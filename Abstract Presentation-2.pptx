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144000"/>
  <p:notesSz cx="7315200" cy="9601200"/>
  <p:embeddedFontLst>
    <p:embeddedFont>
      <p:font typeface="Roboto Slab"/>
      <p:regular r:id="rId10"/>
      <p:bold r:id="rId11"/>
    </p:embeddedFont>
    <p:embeddedFont>
      <p:font typeface="Roboto"/>
      <p:regular r:id="rId12"/>
      <p:bold r:id="rId13"/>
      <p:italic r:id="rId14"/>
      <p:boldItalic r:id="rId15"/>
    </p:embeddedFont>
    <p:embeddedFont>
      <p:font typeface="Tahoma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3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bold.fntdata"/><Relationship Id="rId10" Type="http://schemas.openxmlformats.org/officeDocument/2006/relationships/font" Target="fonts/RobotoSlab-regular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Tahoma-bold.fntdata"/><Relationship Id="rId16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7063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1788" y="0"/>
            <a:ext cx="3167062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5713" y="719138"/>
            <a:ext cx="4795837" cy="3597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3138" y="4557713"/>
            <a:ext cx="5360987" cy="431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5425"/>
            <a:ext cx="3167063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1788" y="9115425"/>
            <a:ext cx="3167062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2" type="sldNum"/>
          </p:nvPr>
        </p:nvSpPr>
        <p:spPr>
          <a:xfrm>
            <a:off x="4141788" y="9115425"/>
            <a:ext cx="3167062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1255713" y="719138"/>
            <a:ext cx="4795837" cy="3597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973138" y="4557713"/>
            <a:ext cx="5360987" cy="431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2" type="sldNum"/>
          </p:nvPr>
        </p:nvSpPr>
        <p:spPr>
          <a:xfrm>
            <a:off x="4141788" y="9115425"/>
            <a:ext cx="3167062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1255713" y="719138"/>
            <a:ext cx="4795837" cy="3597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973138" y="4557713"/>
            <a:ext cx="5360987" cy="431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4141788" y="9115425"/>
            <a:ext cx="3167062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3:notes"/>
          <p:cNvSpPr/>
          <p:nvPr>
            <p:ph idx="2" type="sldImg"/>
          </p:nvPr>
        </p:nvSpPr>
        <p:spPr>
          <a:xfrm>
            <a:off x="1255713" y="719138"/>
            <a:ext cx="4795837" cy="3597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973138" y="4557713"/>
            <a:ext cx="5360987" cy="431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4141788" y="9115425"/>
            <a:ext cx="3167062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255713" y="719138"/>
            <a:ext cx="4795837" cy="3597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973138" y="4557713"/>
            <a:ext cx="5360987" cy="431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" name="Google Shape;15;p2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6" name="Google Shape;16;p2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2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3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4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4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1150938" y="617538"/>
            <a:ext cx="7793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○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spcBef>
                <a:spcPts val="360"/>
              </a:spcBef>
              <a:spcAft>
                <a:spcPts val="0"/>
              </a:spcAft>
              <a:buSzPts val="990"/>
              <a:buChar char="●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ctrTitle"/>
          </p:nvPr>
        </p:nvSpPr>
        <p:spPr>
          <a:xfrm>
            <a:off x="631725" y="91225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sz="3600"/>
              <a:t>HealthAI</a:t>
            </a:r>
            <a:br>
              <a:rPr lang="en-US"/>
            </a:br>
            <a:endParaRPr sz="1800"/>
          </a:p>
        </p:txBody>
      </p:sp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1371600" y="3353750"/>
            <a:ext cx="64008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2400"/>
              <a:t>Project Advisor: Vijay</a:t>
            </a:r>
            <a:r>
              <a:rPr lang="en-US"/>
              <a:t> </a:t>
            </a:r>
            <a:r>
              <a:rPr lang="en-US" sz="2400"/>
              <a:t>Eranti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lang="en-US" sz="2400"/>
              <a:t>Team Members: 	Vikranth Jakamukala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lang="en-US" sz="2400"/>
              <a:t>                         		Dustin Nguyen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lang="en-US" sz="2400"/>
              <a:t>                        			Nikhil Khanchandani</a:t>
            </a:r>
            <a:endParaRPr sz="2400"/>
          </a:p>
          <a:p>
            <a:pPr indent="457200" lvl="0" marL="22860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lang="en-US" sz="2400"/>
              <a:t>Chint Patel</a:t>
            </a:r>
            <a:br>
              <a:rPr lang="en-US" sz="2400"/>
            </a:br>
            <a:r>
              <a:rPr lang="en-US" sz="2400"/>
              <a:t>                        	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440"/>
              <a:buNone/>
            </a:pPr>
            <a:r>
              <a:rPr lang="en-US" sz="2400"/>
              <a:t>Methodology: Development </a:t>
            </a:r>
            <a:r>
              <a:rPr lang="en-US"/>
              <a:t>	 			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Description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Develop an AI-powered agent focused on fitness and health management.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Collect and analyze data from wearables, mobile apps, and user inputs.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Provide personalized exercise, nutrition, and recovery recommendations.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Continuously adapt recommendations based on user progress and feedback.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Enhance user engagement and promote long-term wellness outcomes.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Deliverables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258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80"/>
              <a:buChar char="●"/>
            </a:pPr>
            <a:r>
              <a:rPr lang="en-US" sz="1700"/>
              <a:t>Working Web App</a:t>
            </a:r>
            <a:endParaRPr sz="1700"/>
          </a:p>
          <a:p>
            <a:pPr indent="-32258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80"/>
              <a:buChar char="●"/>
            </a:pPr>
            <a:r>
              <a:rPr lang="en-US" sz="1700"/>
              <a:t>Health Data ingress</a:t>
            </a:r>
            <a:endParaRPr sz="1700"/>
          </a:p>
          <a:p>
            <a:pPr indent="-32258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80"/>
              <a:buChar char="●"/>
            </a:pPr>
            <a:r>
              <a:rPr lang="en-US" sz="1700"/>
              <a:t>AI generated Workout and Recovery plans</a:t>
            </a:r>
            <a:endParaRPr sz="1700"/>
          </a:p>
          <a:p>
            <a:pPr indent="-32258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80"/>
              <a:buChar char="●"/>
            </a:pPr>
            <a:r>
              <a:rPr lang="en-US" sz="1700"/>
              <a:t>Gamification</a:t>
            </a:r>
            <a:r>
              <a:rPr lang="en-US" sz="1700"/>
              <a:t> Score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Exportable Progress Metrics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Project Dependencies and Concerns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830" lvl="0" marL="457200" rtl="0" algn="l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SzPts val="980"/>
              <a:buChar char="●"/>
            </a:pPr>
            <a:r>
              <a:rPr lang="en-US" sz="1700"/>
              <a:t>Not enough time to implement</a:t>
            </a:r>
            <a:endParaRPr sz="1700"/>
          </a:p>
          <a:p>
            <a:pPr indent="-29083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80"/>
              <a:buChar char="●"/>
            </a:pPr>
            <a:r>
              <a:rPr lang="en-US" sz="1700"/>
              <a:t>Workouts are too complex/inaccurate for users preferences</a:t>
            </a:r>
            <a:endParaRPr sz="1700"/>
          </a:p>
          <a:p>
            <a:pPr indent="-29083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80"/>
              <a:buChar char="●"/>
            </a:pPr>
            <a:r>
              <a:rPr lang="en-US" sz="1700"/>
              <a:t>Filtering system for questions/concerns</a:t>
            </a:r>
            <a:endParaRPr sz="1700"/>
          </a:p>
          <a:p>
            <a:pPr indent="-29083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80"/>
              <a:buChar char="●"/>
            </a:pPr>
            <a:r>
              <a:rPr lang="en-US" sz="1700"/>
              <a:t>Unable to </a:t>
            </a:r>
            <a:r>
              <a:rPr lang="en-US" sz="1700"/>
              <a:t>provide a</a:t>
            </a:r>
            <a:r>
              <a:rPr lang="en-US" sz="1700"/>
              <a:t> workout due to complex user health</a:t>
            </a:r>
            <a:endParaRPr sz="1700"/>
          </a:p>
          <a:p>
            <a:pPr indent="-29083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980"/>
              <a:buChar char="●"/>
            </a:pPr>
            <a:r>
              <a:rPr lang="en-US" sz="1700"/>
              <a:t>UI not being user friendly</a:t>
            </a:r>
            <a:endParaRPr sz="1700"/>
          </a:p>
          <a:p>
            <a:pPr indent="0" lvl="0" marL="0" rtl="0" algn="l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