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1.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 id="2147483660" r:id="rId7"/>
    <p:sldMasterId id="2147483672" r:id="rId8"/>
  </p:sldMasterIdLst>
  <p:notesMasterIdLst>
    <p:notesMasterId r:id="rId9"/>
  </p:notesMasterIdLst>
  <p:sldIdLst>
    <p:sldId id="256" r:id="rId10"/>
  </p:sldIdLst>
  <p:sldSz cy="32918400" cx="43891200"/>
  <p:notesSz cx="6858000" cy="9144000"/>
  <p:embeddedFontLst>
    <p:embeddedFont>
      <p:font typeface="Arial Narrow"/>
      <p:regular r:id="rId11"/>
      <p:bold r:id="rId12"/>
      <p:italic r:id="rId13"/>
      <p:boldItalic r:id="rId14"/>
    </p:embeddedFont>
    <p:embeddedFont>
      <p:font typeface="Arial Black"/>
      <p:regular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552">
          <p15:clr>
            <a:srgbClr val="A4A3A4"/>
          </p15:clr>
        </p15:guide>
        <p15:guide id="2" orient="horz" pos="20285">
          <p15:clr>
            <a:srgbClr val="A4A3A4"/>
          </p15:clr>
        </p15:guide>
        <p15:guide id="3" pos="437">
          <p15:clr>
            <a:srgbClr val="A4A3A4"/>
          </p15:clr>
        </p15:guide>
        <p15:guide id="4" pos="6725">
          <p15:clr>
            <a:srgbClr val="A4A3A4"/>
          </p15:clr>
        </p15:guide>
        <p15:guide id="5" pos="7239">
          <p15:clr>
            <a:srgbClr val="A4A3A4"/>
          </p15:clr>
        </p15:guide>
        <p15:guide id="6" pos="13527">
          <p15:clr>
            <a:srgbClr val="A4A3A4"/>
          </p15:clr>
        </p15:guide>
        <p15:guide id="7" pos="14031">
          <p15:clr>
            <a:srgbClr val="A4A3A4"/>
          </p15:clr>
        </p15:guide>
        <p15:guide id="8" pos="20319">
          <p15:clr>
            <a:srgbClr val="A4A3A4"/>
          </p15:clr>
        </p15:guide>
        <p15:guide id="9" pos="20837">
          <p15:clr>
            <a:srgbClr val="A4A3A4"/>
          </p15:clr>
        </p15:guide>
        <p15:guide id="10" pos="27125">
          <p15:clr>
            <a:srgbClr val="A4A3A4"/>
          </p15:clr>
        </p15:guide>
      </p15:sldGuideLst>
    </p:ext>
    <p:ext uri="GoogleSlidesCustomDataVersion2">
      <go:slidesCustomData xmlns:go="http://customooxmlschemas.google.com/" r:id="rId16" roundtripDataSignature="AMtx7mg7SGMAQjF/t/yRMS0iUKZSgVIDJ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Dan Harkey"/>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196758-3DDA-455D-A51B-D38BA1C3C958}">
  <a:tblStyle styleId="{4B196758-3DDA-455D-A51B-D38BA1C3C95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552" orient="horz"/>
        <p:guide pos="20285" orient="horz"/>
        <p:guide pos="437"/>
        <p:guide pos="6725"/>
        <p:guide pos="7239"/>
        <p:guide pos="13527"/>
        <p:guide pos="14031"/>
        <p:guide pos="20319"/>
        <p:guide pos="20837"/>
        <p:guide pos="27125"/>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ArialNarrow-regular.fntdata"/><Relationship Id="rId10" Type="http://schemas.openxmlformats.org/officeDocument/2006/relationships/slide" Target="slides/slide1.xml"/><Relationship Id="rId13" Type="http://schemas.openxmlformats.org/officeDocument/2006/relationships/font" Target="fonts/ArialNarrow-italic.fntdata"/><Relationship Id="rId12" Type="http://schemas.openxmlformats.org/officeDocument/2006/relationships/font" Target="fonts/ArialNarrow-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15" Type="http://schemas.openxmlformats.org/officeDocument/2006/relationships/font" Target="fonts/ArialBlack-regular.fntdata"/><Relationship Id="rId14" Type="http://schemas.openxmlformats.org/officeDocument/2006/relationships/font" Target="fonts/ArialNarrow-boldItalic.fntdata"/><Relationship Id="rId16" Type="http://customschemas.google.com/relationships/presentationmetadata" Target="meta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slideMaster" Target="slideMasters/slideMaster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18-04-04T20:46:25.858">
    <p:pos x="17088" y="411"/>
    <p:text>Use multiple lines for title if necessary</p:text>
    <p:extLst>
      <p:ext uri="{C676402C-5697-4E1C-873F-D02D1690AC5C}">
        <p15:threadingInfo timeZoneBias="0"/>
      </p:ext>
      <p:ext uri="http://customooxmlschemas.google.com/">
        <go:slidesCustomData xmlns:go="http://customooxmlschemas.google.com/" commentPostId="AAAB5o6gOso"/>
      </p:ext>
    </p:extLst>
  </p:cm>
  <p:cm authorId="0" idx="2" dt="2018-04-04T20:47:06.935">
    <p:pos x="26962" y="411"/>
    <p:text>Break degree into a second line if name is too long. Still too long? Reduce font size for all names.</p:text>
    <p:extLst>
      <p:ext uri="{C676402C-5697-4E1C-873F-D02D1690AC5C}">
        <p15:threadingInfo timeZoneBias="0"/>
      </p:ext>
      <p:ext uri="http://customooxmlschemas.google.com/">
        <go:slidesCustomData xmlns:go="http://customooxmlschemas.google.com/" commentPostId="AAAB5o6gOsw"/>
      </p:ext>
    </p:extLst>
  </p:cm>
  <p:cm authorId="0" idx="3" dt="2018-04-04T21:12:02.891">
    <p:pos x="6720" y="3563"/>
    <p:text>Gutters at 12" from the left and right edges must be maintained for the poster folds.</p:text>
    <p:extLst>
      <p:ext uri="{C676402C-5697-4E1C-873F-D02D1690AC5C}">
        <p15:threadingInfo timeZoneBias="0"/>
      </p:ext>
      <p:ext uri="http://customooxmlschemas.google.com/">
        <go:slidesCustomData xmlns:go="http://customooxmlschemas.google.com/" commentPostId="AAAB5o6gOs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3"/>
          <p:cNvSpPr txBox="1"/>
          <p:nvPr>
            <p:ph type="ctrTitle"/>
          </p:nvPr>
        </p:nvSpPr>
        <p:spPr>
          <a:xfrm>
            <a:off x="3292477" y="10226676"/>
            <a:ext cx="37306252" cy="70548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 name="Google Shape;22;p3"/>
          <p:cNvSpPr txBox="1"/>
          <p:nvPr>
            <p:ph idx="1" type="subTitle"/>
          </p:nvPr>
        </p:nvSpPr>
        <p:spPr>
          <a:xfrm>
            <a:off x="6583365" y="18653127"/>
            <a:ext cx="30724475" cy="8413749"/>
          </a:xfrm>
          <a:prstGeom prst="rect">
            <a:avLst/>
          </a:prstGeom>
          <a:noFill/>
          <a:ln>
            <a:noFill/>
          </a:ln>
        </p:spPr>
        <p:txBody>
          <a:bodyPr anchorCtr="0" anchor="t" bIns="380325" lIns="380325" spcFirstLastPara="1" rIns="380325" wrap="square" tIns="380325">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4"/>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5"/>
          <p:cNvSpPr txBox="1"/>
          <p:nvPr>
            <p:ph type="title"/>
          </p:nvPr>
        </p:nvSpPr>
        <p:spPr>
          <a:xfrm>
            <a:off x="3467103" y="21153440"/>
            <a:ext cx="37307839" cy="6537326"/>
          </a:xfrm>
          <a:prstGeom prst="rect">
            <a:avLst/>
          </a:prstGeom>
          <a:noFill/>
          <a:ln>
            <a:noFill/>
          </a:ln>
        </p:spPr>
        <p:txBody>
          <a:bodyPr anchorCtr="0" anchor="t" bIns="38000" lIns="76050" spcFirstLastPara="1" rIns="76050" wrap="square" tIns="38000">
            <a:noAutofit/>
          </a:bodyPr>
          <a:lstStyle>
            <a:lvl1pPr lvl="0" algn="l">
              <a:spcBef>
                <a:spcPts val="0"/>
              </a:spcBef>
              <a:spcAft>
                <a:spcPts val="0"/>
              </a:spcAft>
              <a:buSzPts val="1400"/>
              <a:buNone/>
              <a:defRPr b="1" sz="352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5"/>
          <p:cNvSpPr txBox="1"/>
          <p:nvPr>
            <p:ph idx="1" type="body"/>
          </p:nvPr>
        </p:nvSpPr>
        <p:spPr>
          <a:xfrm>
            <a:off x="3467103" y="13952538"/>
            <a:ext cx="37307839" cy="7200900"/>
          </a:xfrm>
          <a:prstGeom prst="rect">
            <a:avLst/>
          </a:prstGeom>
          <a:noFill/>
          <a:ln>
            <a:noFill/>
          </a:ln>
        </p:spPr>
        <p:txBody>
          <a:bodyPr anchorCtr="0" anchor="b" bIns="380325" lIns="380325" spcFirstLastPara="1" rIns="380325" wrap="square" tIns="380325">
            <a:noAutofit/>
          </a:bodyPr>
          <a:lstStyle>
            <a:lvl1pPr indent="-228600" lvl="0" marL="457200" algn="l">
              <a:spcBef>
                <a:spcPts val="363"/>
              </a:spcBef>
              <a:spcAft>
                <a:spcPts val="0"/>
              </a:spcAft>
              <a:buClr>
                <a:schemeClr val="dk1"/>
              </a:buClr>
              <a:buSzPts val="1813"/>
              <a:buFont typeface="Arial"/>
              <a:buNone/>
              <a:defRPr sz="1813"/>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77"/>
              </a:spcBef>
              <a:spcAft>
                <a:spcPts val="0"/>
              </a:spcAft>
              <a:buClr>
                <a:schemeClr val="dk1"/>
              </a:buClr>
              <a:buSzPts val="1387"/>
              <a:buFont typeface="Arial"/>
              <a:buNone/>
              <a:defRPr sz="1387"/>
            </a:lvl3pPr>
            <a:lvl4pPr indent="-228600" lvl="3" marL="1828800" algn="l">
              <a:spcBef>
                <a:spcPts val="256"/>
              </a:spcBef>
              <a:spcAft>
                <a:spcPts val="0"/>
              </a:spcAft>
              <a:buClr>
                <a:schemeClr val="dk1"/>
              </a:buClr>
              <a:buSzPts val="1280"/>
              <a:buFont typeface="Arial"/>
              <a:buNone/>
              <a:defRPr sz="1280"/>
            </a:lvl4pPr>
            <a:lvl5pPr indent="-228600" lvl="4" marL="2286000" algn="l">
              <a:spcBef>
                <a:spcPts val="256"/>
              </a:spcBef>
              <a:spcAft>
                <a:spcPts val="0"/>
              </a:spcAft>
              <a:buClr>
                <a:schemeClr val="dk1"/>
              </a:buClr>
              <a:buSzPts val="1280"/>
              <a:buFont typeface="Arial"/>
              <a:buNone/>
              <a:defRPr sz="1280"/>
            </a:lvl5pPr>
            <a:lvl6pPr indent="-228600" lvl="5" marL="2743200" algn="l">
              <a:spcBef>
                <a:spcPts val="256"/>
              </a:spcBef>
              <a:spcAft>
                <a:spcPts val="0"/>
              </a:spcAft>
              <a:buClr>
                <a:schemeClr val="dk1"/>
              </a:buClr>
              <a:buSzPts val="1280"/>
              <a:buFont typeface="Arial"/>
              <a:buNone/>
              <a:defRPr sz="1280"/>
            </a:lvl6pPr>
            <a:lvl7pPr indent="-228600" lvl="6" marL="3200400" algn="l">
              <a:spcBef>
                <a:spcPts val="256"/>
              </a:spcBef>
              <a:spcAft>
                <a:spcPts val="0"/>
              </a:spcAft>
              <a:buClr>
                <a:schemeClr val="dk1"/>
              </a:buClr>
              <a:buSzPts val="1280"/>
              <a:buFont typeface="Arial"/>
              <a:buNone/>
              <a:defRPr sz="1280"/>
            </a:lvl7pPr>
            <a:lvl8pPr indent="-228600" lvl="7" marL="3657600" algn="l">
              <a:spcBef>
                <a:spcPts val="256"/>
              </a:spcBef>
              <a:spcAft>
                <a:spcPts val="0"/>
              </a:spcAft>
              <a:buClr>
                <a:schemeClr val="dk1"/>
              </a:buClr>
              <a:buSzPts val="1280"/>
              <a:buFont typeface="Arial"/>
              <a:buNone/>
              <a:defRPr sz="1280"/>
            </a:lvl8pPr>
            <a:lvl9pPr indent="-228600" lvl="8" marL="4114800" algn="l">
              <a:spcBef>
                <a:spcPts val="256"/>
              </a:spcBef>
              <a:spcAft>
                <a:spcPts val="0"/>
              </a:spcAft>
              <a:buClr>
                <a:schemeClr val="dk1"/>
              </a:buClr>
              <a:buSzPts val="1280"/>
              <a:buFont typeface="Arial"/>
              <a:buNone/>
              <a:defRPr sz="128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6"/>
          <p:cNvSpPr txBox="1"/>
          <p:nvPr>
            <p:ph idx="1" type="body"/>
          </p:nvPr>
        </p:nvSpPr>
        <p:spPr>
          <a:xfrm>
            <a:off x="693739" y="5638802"/>
            <a:ext cx="4910137"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2" name="Google Shape;32;p6"/>
          <p:cNvSpPr txBox="1"/>
          <p:nvPr>
            <p:ph idx="2" type="body"/>
          </p:nvPr>
        </p:nvSpPr>
        <p:spPr>
          <a:xfrm>
            <a:off x="5756275" y="5638802"/>
            <a:ext cx="4911725"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7"/>
          <p:cNvSpPr txBox="1"/>
          <p:nvPr>
            <p:ph type="title"/>
          </p:nvPr>
        </p:nvSpPr>
        <p:spPr>
          <a:xfrm>
            <a:off x="2193926" y="1317626"/>
            <a:ext cx="39503351" cy="548640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7"/>
          <p:cNvSpPr txBox="1"/>
          <p:nvPr>
            <p:ph idx="1" type="body"/>
          </p:nvPr>
        </p:nvSpPr>
        <p:spPr>
          <a:xfrm>
            <a:off x="2193926" y="7369178"/>
            <a:ext cx="19392901"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36" name="Google Shape;36;p7"/>
          <p:cNvSpPr txBox="1"/>
          <p:nvPr>
            <p:ph idx="2" type="body"/>
          </p:nvPr>
        </p:nvSpPr>
        <p:spPr>
          <a:xfrm>
            <a:off x="2193926" y="10439402"/>
            <a:ext cx="19392901"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
        <p:nvSpPr>
          <p:cNvPr id="37" name="Google Shape;37;p7"/>
          <p:cNvSpPr txBox="1"/>
          <p:nvPr>
            <p:ph idx="3" type="body"/>
          </p:nvPr>
        </p:nvSpPr>
        <p:spPr>
          <a:xfrm>
            <a:off x="22296440" y="7369178"/>
            <a:ext cx="19400837"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38" name="Google Shape;38;p7"/>
          <p:cNvSpPr txBox="1"/>
          <p:nvPr>
            <p:ph idx="4" type="body"/>
          </p:nvPr>
        </p:nvSpPr>
        <p:spPr>
          <a:xfrm>
            <a:off x="22296440" y="10439402"/>
            <a:ext cx="19400837"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8"/>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10"/>
          <p:cNvSpPr txBox="1"/>
          <p:nvPr>
            <p:ph type="title"/>
          </p:nvPr>
        </p:nvSpPr>
        <p:spPr>
          <a:xfrm>
            <a:off x="2193926" y="1311276"/>
            <a:ext cx="14439901" cy="5576889"/>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10"/>
          <p:cNvSpPr txBox="1"/>
          <p:nvPr>
            <p:ph idx="1" type="body"/>
          </p:nvPr>
        </p:nvSpPr>
        <p:spPr>
          <a:xfrm>
            <a:off x="17160875" y="1311276"/>
            <a:ext cx="24536400" cy="28093989"/>
          </a:xfrm>
          <a:prstGeom prst="rect">
            <a:avLst/>
          </a:prstGeom>
          <a:noFill/>
          <a:ln>
            <a:noFill/>
          </a:ln>
        </p:spPr>
        <p:txBody>
          <a:bodyPr anchorCtr="0" anchor="t" bIns="380325" lIns="380325" spcFirstLastPara="1" rIns="380325" wrap="square" tIns="380325">
            <a:noAutofit/>
          </a:bodyPr>
          <a:lstStyle>
            <a:lvl1pPr indent="-411480" lvl="0" marL="457200" algn="l">
              <a:spcBef>
                <a:spcPts val="576"/>
              </a:spcBef>
              <a:spcAft>
                <a:spcPts val="0"/>
              </a:spcAft>
              <a:buClr>
                <a:schemeClr val="dk1"/>
              </a:buClr>
              <a:buSzPts val="2880"/>
              <a:buFont typeface="Arial"/>
              <a:buChar char="•"/>
              <a:defRPr sz="2880"/>
            </a:lvl1pPr>
            <a:lvl2pPr indent="-384366" lvl="1" marL="914400" algn="l">
              <a:spcBef>
                <a:spcPts val="491"/>
              </a:spcBef>
              <a:spcAft>
                <a:spcPts val="0"/>
              </a:spcAft>
              <a:buClr>
                <a:schemeClr val="dk1"/>
              </a:buClr>
              <a:buSzPts val="2453"/>
              <a:buFont typeface="Arial"/>
              <a:buChar char="–"/>
              <a:defRPr sz="2453"/>
            </a:lvl2pPr>
            <a:lvl3pPr indent="-364046" lvl="2" marL="1371600" algn="l">
              <a:spcBef>
                <a:spcPts val="427"/>
              </a:spcBef>
              <a:spcAft>
                <a:spcPts val="0"/>
              </a:spcAft>
              <a:buClr>
                <a:schemeClr val="dk1"/>
              </a:buClr>
              <a:buSzPts val="2133"/>
              <a:buFont typeface="Arial"/>
              <a:buChar char="•"/>
              <a:defRPr sz="2133"/>
            </a:lvl3pPr>
            <a:lvl4pPr indent="-343726" lvl="3" marL="1828800" algn="l">
              <a:spcBef>
                <a:spcPts val="363"/>
              </a:spcBef>
              <a:spcAft>
                <a:spcPts val="0"/>
              </a:spcAft>
              <a:buClr>
                <a:schemeClr val="dk1"/>
              </a:buClr>
              <a:buSzPts val="1813"/>
              <a:buFont typeface="Arial"/>
              <a:buChar char="–"/>
              <a:defRPr sz="1813"/>
            </a:lvl4pPr>
            <a:lvl5pPr indent="-343726" lvl="4" marL="2286000" algn="l">
              <a:spcBef>
                <a:spcPts val="363"/>
              </a:spcBef>
              <a:spcAft>
                <a:spcPts val="0"/>
              </a:spcAft>
              <a:buClr>
                <a:schemeClr val="dk1"/>
              </a:buClr>
              <a:buSzPts val="1813"/>
              <a:buFont typeface="Arial"/>
              <a:buChar char="»"/>
              <a:defRPr sz="1813"/>
            </a:lvl5pPr>
            <a:lvl6pPr indent="-343726" lvl="5" marL="2743200" algn="l">
              <a:spcBef>
                <a:spcPts val="363"/>
              </a:spcBef>
              <a:spcAft>
                <a:spcPts val="0"/>
              </a:spcAft>
              <a:buClr>
                <a:schemeClr val="dk1"/>
              </a:buClr>
              <a:buSzPts val="1813"/>
              <a:buFont typeface="Arial"/>
              <a:buChar char="»"/>
              <a:defRPr sz="1813"/>
            </a:lvl6pPr>
            <a:lvl7pPr indent="-343726" lvl="6" marL="3200400" algn="l">
              <a:spcBef>
                <a:spcPts val="363"/>
              </a:spcBef>
              <a:spcAft>
                <a:spcPts val="0"/>
              </a:spcAft>
              <a:buClr>
                <a:schemeClr val="dk1"/>
              </a:buClr>
              <a:buSzPts val="1813"/>
              <a:buFont typeface="Arial"/>
              <a:buChar char="»"/>
              <a:defRPr sz="1813"/>
            </a:lvl7pPr>
            <a:lvl8pPr indent="-343726" lvl="7" marL="3657600" algn="l">
              <a:spcBef>
                <a:spcPts val="363"/>
              </a:spcBef>
              <a:spcAft>
                <a:spcPts val="0"/>
              </a:spcAft>
              <a:buClr>
                <a:schemeClr val="dk1"/>
              </a:buClr>
              <a:buSzPts val="1813"/>
              <a:buFont typeface="Arial"/>
              <a:buChar char="»"/>
              <a:defRPr sz="1813"/>
            </a:lvl8pPr>
            <a:lvl9pPr indent="-343726" lvl="8" marL="4114800" algn="l">
              <a:spcBef>
                <a:spcPts val="363"/>
              </a:spcBef>
              <a:spcAft>
                <a:spcPts val="0"/>
              </a:spcAft>
              <a:buClr>
                <a:schemeClr val="dk1"/>
              </a:buClr>
              <a:buSzPts val="1813"/>
              <a:buFont typeface="Arial"/>
              <a:buChar char="»"/>
              <a:defRPr sz="1813"/>
            </a:lvl9pPr>
          </a:lstStyle>
          <a:p/>
        </p:txBody>
      </p:sp>
      <p:sp>
        <p:nvSpPr>
          <p:cNvPr id="45" name="Google Shape;45;p10"/>
          <p:cNvSpPr txBox="1"/>
          <p:nvPr>
            <p:ph idx="2" type="body"/>
          </p:nvPr>
        </p:nvSpPr>
        <p:spPr>
          <a:xfrm>
            <a:off x="2193926" y="6888164"/>
            <a:ext cx="14439901" cy="22517100"/>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11"/>
          <p:cNvSpPr txBox="1"/>
          <p:nvPr>
            <p:ph type="title"/>
          </p:nvPr>
        </p:nvSpPr>
        <p:spPr>
          <a:xfrm>
            <a:off x="8602664" y="23042566"/>
            <a:ext cx="26335037" cy="2720975"/>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11"/>
          <p:cNvSpPr/>
          <p:nvPr>
            <p:ph idx="2" type="pic"/>
          </p:nvPr>
        </p:nvSpPr>
        <p:spPr>
          <a:xfrm>
            <a:off x="8602664" y="2941640"/>
            <a:ext cx="26335037" cy="19750088"/>
          </a:xfrm>
          <a:prstGeom prst="rect">
            <a:avLst/>
          </a:prstGeom>
          <a:noFill/>
          <a:ln>
            <a:noFill/>
          </a:ln>
        </p:spPr>
      </p:sp>
      <p:sp>
        <p:nvSpPr>
          <p:cNvPr id="49" name="Google Shape;49;p11"/>
          <p:cNvSpPr txBox="1"/>
          <p:nvPr>
            <p:ph idx="1" type="body"/>
          </p:nvPr>
        </p:nvSpPr>
        <p:spPr>
          <a:xfrm>
            <a:off x="8602664" y="25763540"/>
            <a:ext cx="26335037" cy="3862388"/>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0" name="Shape 50"/>
        <p:cNvGrpSpPr/>
        <p:nvPr/>
      </p:nvGrpSpPr>
      <p:grpSpPr>
        <a:xfrm>
          <a:off x="0" y="0"/>
          <a:ext cx="0" cy="0"/>
          <a:chOff x="0" y="0"/>
          <a:chExt cx="0" cy="0"/>
        </a:xfrm>
      </p:grpSpPr>
      <p:sp>
        <p:nvSpPr>
          <p:cNvPr id="51" name="Google Shape;51;p12"/>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12"/>
          <p:cNvSpPr txBox="1"/>
          <p:nvPr>
            <p:ph idx="1" type="body"/>
          </p:nvPr>
        </p:nvSpPr>
        <p:spPr>
          <a:xfrm rot="5400000">
            <a:off x="-7600949" y="13933170"/>
            <a:ext cx="26563320" cy="997458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3" name="Shape 53"/>
        <p:cNvGrpSpPr/>
        <p:nvPr/>
      </p:nvGrpSpPr>
      <p:grpSpPr>
        <a:xfrm>
          <a:off x="0" y="0"/>
          <a:ext cx="0" cy="0"/>
          <a:chOff x="0" y="0"/>
          <a:chExt cx="0" cy="0"/>
        </a:xfrm>
      </p:grpSpPr>
      <p:sp>
        <p:nvSpPr>
          <p:cNvPr id="54" name="Google Shape;54;p13"/>
          <p:cNvSpPr txBox="1"/>
          <p:nvPr>
            <p:ph type="title"/>
          </p:nvPr>
        </p:nvSpPr>
        <p:spPr>
          <a:xfrm rot="5400000">
            <a:off x="22146421" y="11464134"/>
            <a:ext cx="30929264" cy="105473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13"/>
          <p:cNvSpPr txBox="1"/>
          <p:nvPr>
            <p:ph idx="1" type="body"/>
          </p:nvPr>
        </p:nvSpPr>
        <p:spPr>
          <a:xfrm rot="5400000">
            <a:off x="974727" y="992189"/>
            <a:ext cx="30929264" cy="31491239"/>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5"/>
          <p:cNvSpPr txBox="1"/>
          <p:nvPr>
            <p:ph type="ctrTitle"/>
          </p:nvPr>
        </p:nvSpPr>
        <p:spPr>
          <a:xfrm>
            <a:off x="3292477" y="10226676"/>
            <a:ext cx="37306252" cy="70548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15"/>
          <p:cNvSpPr txBox="1"/>
          <p:nvPr>
            <p:ph idx="1" type="subTitle"/>
          </p:nvPr>
        </p:nvSpPr>
        <p:spPr>
          <a:xfrm>
            <a:off x="6583365" y="18653127"/>
            <a:ext cx="30724475" cy="8413749"/>
          </a:xfrm>
          <a:prstGeom prst="rect">
            <a:avLst/>
          </a:prstGeom>
          <a:noFill/>
          <a:ln>
            <a:noFill/>
          </a:ln>
        </p:spPr>
        <p:txBody>
          <a:bodyPr anchorCtr="0" anchor="t" bIns="380325" lIns="380325" spcFirstLastPara="1" rIns="380325" wrap="square" tIns="380325">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9" name="Shape 69"/>
        <p:cNvGrpSpPr/>
        <p:nvPr/>
      </p:nvGrpSpPr>
      <p:grpSpPr>
        <a:xfrm>
          <a:off x="0" y="0"/>
          <a:ext cx="0" cy="0"/>
          <a:chOff x="0" y="0"/>
          <a:chExt cx="0" cy="0"/>
        </a:xfrm>
      </p:grpSpPr>
      <p:sp>
        <p:nvSpPr>
          <p:cNvPr id="70" name="Google Shape;70;p1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16"/>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467103" y="21153440"/>
            <a:ext cx="37307839" cy="6537326"/>
          </a:xfrm>
          <a:prstGeom prst="rect">
            <a:avLst/>
          </a:prstGeom>
          <a:noFill/>
          <a:ln>
            <a:noFill/>
          </a:ln>
        </p:spPr>
        <p:txBody>
          <a:bodyPr anchorCtr="0" anchor="t" bIns="38000" lIns="76050" spcFirstLastPara="1" rIns="76050" wrap="square" tIns="38000">
            <a:noAutofit/>
          </a:bodyPr>
          <a:lstStyle>
            <a:lvl1pPr lvl="0" algn="l">
              <a:spcBef>
                <a:spcPts val="0"/>
              </a:spcBef>
              <a:spcAft>
                <a:spcPts val="0"/>
              </a:spcAft>
              <a:buSzPts val="1400"/>
              <a:buNone/>
              <a:defRPr b="1" sz="352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7"/>
          <p:cNvSpPr txBox="1"/>
          <p:nvPr>
            <p:ph idx="1" type="body"/>
          </p:nvPr>
        </p:nvSpPr>
        <p:spPr>
          <a:xfrm>
            <a:off x="3467103" y="13952538"/>
            <a:ext cx="37307839" cy="7200900"/>
          </a:xfrm>
          <a:prstGeom prst="rect">
            <a:avLst/>
          </a:prstGeom>
          <a:noFill/>
          <a:ln>
            <a:noFill/>
          </a:ln>
        </p:spPr>
        <p:txBody>
          <a:bodyPr anchorCtr="0" anchor="b" bIns="380325" lIns="380325" spcFirstLastPara="1" rIns="380325" wrap="square" tIns="380325">
            <a:noAutofit/>
          </a:bodyPr>
          <a:lstStyle>
            <a:lvl1pPr indent="-228600" lvl="0" marL="457200" algn="l">
              <a:spcBef>
                <a:spcPts val="363"/>
              </a:spcBef>
              <a:spcAft>
                <a:spcPts val="0"/>
              </a:spcAft>
              <a:buClr>
                <a:schemeClr val="dk1"/>
              </a:buClr>
              <a:buSzPts val="1813"/>
              <a:buFont typeface="Arial"/>
              <a:buNone/>
              <a:defRPr sz="1813"/>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77"/>
              </a:spcBef>
              <a:spcAft>
                <a:spcPts val="0"/>
              </a:spcAft>
              <a:buClr>
                <a:schemeClr val="dk1"/>
              </a:buClr>
              <a:buSzPts val="1387"/>
              <a:buFont typeface="Arial"/>
              <a:buNone/>
              <a:defRPr sz="1387"/>
            </a:lvl3pPr>
            <a:lvl4pPr indent="-228600" lvl="3" marL="1828800" algn="l">
              <a:spcBef>
                <a:spcPts val="256"/>
              </a:spcBef>
              <a:spcAft>
                <a:spcPts val="0"/>
              </a:spcAft>
              <a:buClr>
                <a:schemeClr val="dk1"/>
              </a:buClr>
              <a:buSzPts val="1280"/>
              <a:buFont typeface="Arial"/>
              <a:buNone/>
              <a:defRPr sz="1280"/>
            </a:lvl4pPr>
            <a:lvl5pPr indent="-228600" lvl="4" marL="2286000" algn="l">
              <a:spcBef>
                <a:spcPts val="256"/>
              </a:spcBef>
              <a:spcAft>
                <a:spcPts val="0"/>
              </a:spcAft>
              <a:buClr>
                <a:schemeClr val="dk1"/>
              </a:buClr>
              <a:buSzPts val="1280"/>
              <a:buFont typeface="Arial"/>
              <a:buNone/>
              <a:defRPr sz="1280"/>
            </a:lvl5pPr>
            <a:lvl6pPr indent="-228600" lvl="5" marL="2743200" algn="l">
              <a:spcBef>
                <a:spcPts val="256"/>
              </a:spcBef>
              <a:spcAft>
                <a:spcPts val="0"/>
              </a:spcAft>
              <a:buClr>
                <a:schemeClr val="dk1"/>
              </a:buClr>
              <a:buSzPts val="1280"/>
              <a:buFont typeface="Arial"/>
              <a:buNone/>
              <a:defRPr sz="1280"/>
            </a:lvl6pPr>
            <a:lvl7pPr indent="-228600" lvl="6" marL="3200400" algn="l">
              <a:spcBef>
                <a:spcPts val="256"/>
              </a:spcBef>
              <a:spcAft>
                <a:spcPts val="0"/>
              </a:spcAft>
              <a:buClr>
                <a:schemeClr val="dk1"/>
              </a:buClr>
              <a:buSzPts val="1280"/>
              <a:buFont typeface="Arial"/>
              <a:buNone/>
              <a:defRPr sz="1280"/>
            </a:lvl7pPr>
            <a:lvl8pPr indent="-228600" lvl="7" marL="3657600" algn="l">
              <a:spcBef>
                <a:spcPts val="256"/>
              </a:spcBef>
              <a:spcAft>
                <a:spcPts val="0"/>
              </a:spcAft>
              <a:buClr>
                <a:schemeClr val="dk1"/>
              </a:buClr>
              <a:buSzPts val="1280"/>
              <a:buFont typeface="Arial"/>
              <a:buNone/>
              <a:defRPr sz="1280"/>
            </a:lvl8pPr>
            <a:lvl9pPr indent="-228600" lvl="8" marL="4114800" algn="l">
              <a:spcBef>
                <a:spcPts val="256"/>
              </a:spcBef>
              <a:spcAft>
                <a:spcPts val="0"/>
              </a:spcAft>
              <a:buClr>
                <a:schemeClr val="dk1"/>
              </a:buClr>
              <a:buSzPts val="1280"/>
              <a:buFont typeface="Arial"/>
              <a:buNone/>
              <a:defRPr sz="128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8"/>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18"/>
          <p:cNvSpPr txBox="1"/>
          <p:nvPr>
            <p:ph idx="1" type="body"/>
          </p:nvPr>
        </p:nvSpPr>
        <p:spPr>
          <a:xfrm>
            <a:off x="693739" y="5638802"/>
            <a:ext cx="4910137"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8" name="Google Shape;78;p18"/>
          <p:cNvSpPr txBox="1"/>
          <p:nvPr>
            <p:ph idx="2" type="body"/>
          </p:nvPr>
        </p:nvSpPr>
        <p:spPr>
          <a:xfrm>
            <a:off x="5756275" y="5638802"/>
            <a:ext cx="4911725"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9" name="Shape 79"/>
        <p:cNvGrpSpPr/>
        <p:nvPr/>
      </p:nvGrpSpPr>
      <p:grpSpPr>
        <a:xfrm>
          <a:off x="0" y="0"/>
          <a:ext cx="0" cy="0"/>
          <a:chOff x="0" y="0"/>
          <a:chExt cx="0" cy="0"/>
        </a:xfrm>
      </p:grpSpPr>
      <p:sp>
        <p:nvSpPr>
          <p:cNvPr id="80" name="Google Shape;80;p19"/>
          <p:cNvSpPr txBox="1"/>
          <p:nvPr>
            <p:ph type="title"/>
          </p:nvPr>
        </p:nvSpPr>
        <p:spPr>
          <a:xfrm>
            <a:off x="2193926" y="1317626"/>
            <a:ext cx="39503351" cy="548640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19"/>
          <p:cNvSpPr txBox="1"/>
          <p:nvPr>
            <p:ph idx="1" type="body"/>
          </p:nvPr>
        </p:nvSpPr>
        <p:spPr>
          <a:xfrm>
            <a:off x="2193926" y="7369178"/>
            <a:ext cx="19392901"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82" name="Google Shape;82;p19"/>
          <p:cNvSpPr txBox="1"/>
          <p:nvPr>
            <p:ph idx="2" type="body"/>
          </p:nvPr>
        </p:nvSpPr>
        <p:spPr>
          <a:xfrm>
            <a:off x="2193926" y="10439402"/>
            <a:ext cx="19392901"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
        <p:nvSpPr>
          <p:cNvPr id="83" name="Google Shape;83;p19"/>
          <p:cNvSpPr txBox="1"/>
          <p:nvPr>
            <p:ph idx="3" type="body"/>
          </p:nvPr>
        </p:nvSpPr>
        <p:spPr>
          <a:xfrm>
            <a:off x="22296440" y="7369178"/>
            <a:ext cx="19400837"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84" name="Google Shape;84;p19"/>
          <p:cNvSpPr txBox="1"/>
          <p:nvPr>
            <p:ph idx="4" type="body"/>
          </p:nvPr>
        </p:nvSpPr>
        <p:spPr>
          <a:xfrm>
            <a:off x="22296440" y="10439402"/>
            <a:ext cx="19400837"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20"/>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22"/>
          <p:cNvSpPr txBox="1"/>
          <p:nvPr>
            <p:ph type="title"/>
          </p:nvPr>
        </p:nvSpPr>
        <p:spPr>
          <a:xfrm>
            <a:off x="2193926" y="1311276"/>
            <a:ext cx="14439901" cy="5576889"/>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22"/>
          <p:cNvSpPr txBox="1"/>
          <p:nvPr>
            <p:ph idx="1" type="body"/>
          </p:nvPr>
        </p:nvSpPr>
        <p:spPr>
          <a:xfrm>
            <a:off x="17160875" y="1311276"/>
            <a:ext cx="24536400" cy="28093989"/>
          </a:xfrm>
          <a:prstGeom prst="rect">
            <a:avLst/>
          </a:prstGeom>
          <a:noFill/>
          <a:ln>
            <a:noFill/>
          </a:ln>
        </p:spPr>
        <p:txBody>
          <a:bodyPr anchorCtr="0" anchor="t" bIns="380325" lIns="380325" spcFirstLastPara="1" rIns="380325" wrap="square" tIns="380325">
            <a:noAutofit/>
          </a:bodyPr>
          <a:lstStyle>
            <a:lvl1pPr indent="-411480" lvl="0" marL="457200" algn="l">
              <a:spcBef>
                <a:spcPts val="576"/>
              </a:spcBef>
              <a:spcAft>
                <a:spcPts val="0"/>
              </a:spcAft>
              <a:buClr>
                <a:schemeClr val="dk1"/>
              </a:buClr>
              <a:buSzPts val="2880"/>
              <a:buFont typeface="Arial"/>
              <a:buChar char="•"/>
              <a:defRPr sz="2880"/>
            </a:lvl1pPr>
            <a:lvl2pPr indent="-384366" lvl="1" marL="914400" algn="l">
              <a:spcBef>
                <a:spcPts val="491"/>
              </a:spcBef>
              <a:spcAft>
                <a:spcPts val="0"/>
              </a:spcAft>
              <a:buClr>
                <a:schemeClr val="dk1"/>
              </a:buClr>
              <a:buSzPts val="2453"/>
              <a:buFont typeface="Arial"/>
              <a:buChar char="–"/>
              <a:defRPr sz="2453"/>
            </a:lvl2pPr>
            <a:lvl3pPr indent="-364046" lvl="2" marL="1371600" algn="l">
              <a:spcBef>
                <a:spcPts val="427"/>
              </a:spcBef>
              <a:spcAft>
                <a:spcPts val="0"/>
              </a:spcAft>
              <a:buClr>
                <a:schemeClr val="dk1"/>
              </a:buClr>
              <a:buSzPts val="2133"/>
              <a:buFont typeface="Arial"/>
              <a:buChar char="•"/>
              <a:defRPr sz="2133"/>
            </a:lvl3pPr>
            <a:lvl4pPr indent="-343726" lvl="3" marL="1828800" algn="l">
              <a:spcBef>
                <a:spcPts val="363"/>
              </a:spcBef>
              <a:spcAft>
                <a:spcPts val="0"/>
              </a:spcAft>
              <a:buClr>
                <a:schemeClr val="dk1"/>
              </a:buClr>
              <a:buSzPts val="1813"/>
              <a:buFont typeface="Arial"/>
              <a:buChar char="–"/>
              <a:defRPr sz="1813"/>
            </a:lvl4pPr>
            <a:lvl5pPr indent="-343726" lvl="4" marL="2286000" algn="l">
              <a:spcBef>
                <a:spcPts val="363"/>
              </a:spcBef>
              <a:spcAft>
                <a:spcPts val="0"/>
              </a:spcAft>
              <a:buClr>
                <a:schemeClr val="dk1"/>
              </a:buClr>
              <a:buSzPts val="1813"/>
              <a:buFont typeface="Arial"/>
              <a:buChar char="»"/>
              <a:defRPr sz="1813"/>
            </a:lvl5pPr>
            <a:lvl6pPr indent="-343726" lvl="5" marL="2743200" algn="l">
              <a:spcBef>
                <a:spcPts val="363"/>
              </a:spcBef>
              <a:spcAft>
                <a:spcPts val="0"/>
              </a:spcAft>
              <a:buClr>
                <a:schemeClr val="dk1"/>
              </a:buClr>
              <a:buSzPts val="1813"/>
              <a:buFont typeface="Arial"/>
              <a:buChar char="»"/>
              <a:defRPr sz="1813"/>
            </a:lvl6pPr>
            <a:lvl7pPr indent="-343726" lvl="6" marL="3200400" algn="l">
              <a:spcBef>
                <a:spcPts val="363"/>
              </a:spcBef>
              <a:spcAft>
                <a:spcPts val="0"/>
              </a:spcAft>
              <a:buClr>
                <a:schemeClr val="dk1"/>
              </a:buClr>
              <a:buSzPts val="1813"/>
              <a:buFont typeface="Arial"/>
              <a:buChar char="»"/>
              <a:defRPr sz="1813"/>
            </a:lvl7pPr>
            <a:lvl8pPr indent="-343726" lvl="7" marL="3657600" algn="l">
              <a:spcBef>
                <a:spcPts val="363"/>
              </a:spcBef>
              <a:spcAft>
                <a:spcPts val="0"/>
              </a:spcAft>
              <a:buClr>
                <a:schemeClr val="dk1"/>
              </a:buClr>
              <a:buSzPts val="1813"/>
              <a:buFont typeface="Arial"/>
              <a:buChar char="»"/>
              <a:defRPr sz="1813"/>
            </a:lvl8pPr>
            <a:lvl9pPr indent="-343726" lvl="8" marL="4114800" algn="l">
              <a:spcBef>
                <a:spcPts val="363"/>
              </a:spcBef>
              <a:spcAft>
                <a:spcPts val="0"/>
              </a:spcAft>
              <a:buClr>
                <a:schemeClr val="dk1"/>
              </a:buClr>
              <a:buSzPts val="1813"/>
              <a:buFont typeface="Arial"/>
              <a:buChar char="»"/>
              <a:defRPr sz="1813"/>
            </a:lvl9pPr>
          </a:lstStyle>
          <a:p/>
        </p:txBody>
      </p:sp>
      <p:sp>
        <p:nvSpPr>
          <p:cNvPr id="91" name="Google Shape;91;p22"/>
          <p:cNvSpPr txBox="1"/>
          <p:nvPr>
            <p:ph idx="2" type="body"/>
          </p:nvPr>
        </p:nvSpPr>
        <p:spPr>
          <a:xfrm>
            <a:off x="2193926" y="6888164"/>
            <a:ext cx="14439901" cy="22517100"/>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2" name="Shape 92"/>
        <p:cNvGrpSpPr/>
        <p:nvPr/>
      </p:nvGrpSpPr>
      <p:grpSpPr>
        <a:xfrm>
          <a:off x="0" y="0"/>
          <a:ext cx="0" cy="0"/>
          <a:chOff x="0" y="0"/>
          <a:chExt cx="0" cy="0"/>
        </a:xfrm>
      </p:grpSpPr>
      <p:sp>
        <p:nvSpPr>
          <p:cNvPr id="93" name="Google Shape;93;p23"/>
          <p:cNvSpPr txBox="1"/>
          <p:nvPr>
            <p:ph type="title"/>
          </p:nvPr>
        </p:nvSpPr>
        <p:spPr>
          <a:xfrm>
            <a:off x="8602664" y="23042566"/>
            <a:ext cx="26335037" cy="2720975"/>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4" name="Google Shape;94;p23"/>
          <p:cNvSpPr/>
          <p:nvPr>
            <p:ph idx="2" type="pic"/>
          </p:nvPr>
        </p:nvSpPr>
        <p:spPr>
          <a:xfrm>
            <a:off x="8602664" y="2941640"/>
            <a:ext cx="26335037" cy="19750088"/>
          </a:xfrm>
          <a:prstGeom prst="rect">
            <a:avLst/>
          </a:prstGeom>
          <a:noFill/>
          <a:ln>
            <a:noFill/>
          </a:ln>
        </p:spPr>
      </p:sp>
      <p:sp>
        <p:nvSpPr>
          <p:cNvPr id="95" name="Google Shape;95;p23"/>
          <p:cNvSpPr txBox="1"/>
          <p:nvPr>
            <p:ph idx="1" type="body"/>
          </p:nvPr>
        </p:nvSpPr>
        <p:spPr>
          <a:xfrm>
            <a:off x="8602664" y="25763540"/>
            <a:ext cx="26335037" cy="3862388"/>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24"/>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24"/>
          <p:cNvSpPr txBox="1"/>
          <p:nvPr>
            <p:ph idx="1" type="body"/>
          </p:nvPr>
        </p:nvSpPr>
        <p:spPr>
          <a:xfrm rot="5400000">
            <a:off x="-7600949" y="13933170"/>
            <a:ext cx="26563320" cy="997458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9" name="Shape 99"/>
        <p:cNvGrpSpPr/>
        <p:nvPr/>
      </p:nvGrpSpPr>
      <p:grpSpPr>
        <a:xfrm>
          <a:off x="0" y="0"/>
          <a:ext cx="0" cy="0"/>
          <a:chOff x="0" y="0"/>
          <a:chExt cx="0" cy="0"/>
        </a:xfrm>
      </p:grpSpPr>
      <p:sp>
        <p:nvSpPr>
          <p:cNvPr id="100" name="Google Shape;100;p25"/>
          <p:cNvSpPr txBox="1"/>
          <p:nvPr>
            <p:ph type="title"/>
          </p:nvPr>
        </p:nvSpPr>
        <p:spPr>
          <a:xfrm rot="5400000">
            <a:off x="22146421" y="11464134"/>
            <a:ext cx="30929264" cy="105473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25"/>
          <p:cNvSpPr txBox="1"/>
          <p:nvPr>
            <p:ph idx="1" type="body"/>
          </p:nvPr>
        </p:nvSpPr>
        <p:spPr>
          <a:xfrm rot="5400000">
            <a:off x="974727" y="992189"/>
            <a:ext cx="30929264" cy="31491239"/>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0" name="Shape 110"/>
        <p:cNvGrpSpPr/>
        <p:nvPr/>
      </p:nvGrpSpPr>
      <p:grpSpPr>
        <a:xfrm>
          <a:off x="0" y="0"/>
          <a:ext cx="0" cy="0"/>
          <a:chOff x="0" y="0"/>
          <a:chExt cx="0" cy="0"/>
        </a:xfrm>
      </p:grpSpPr>
      <p:sp>
        <p:nvSpPr>
          <p:cNvPr id="111" name="Google Shape;111;p27"/>
          <p:cNvSpPr txBox="1"/>
          <p:nvPr>
            <p:ph type="ctrTitle"/>
          </p:nvPr>
        </p:nvSpPr>
        <p:spPr>
          <a:xfrm>
            <a:off x="3292477" y="10226676"/>
            <a:ext cx="37306252" cy="70548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2" name="Google Shape;112;p27"/>
          <p:cNvSpPr txBox="1"/>
          <p:nvPr>
            <p:ph idx="1" type="subTitle"/>
          </p:nvPr>
        </p:nvSpPr>
        <p:spPr>
          <a:xfrm>
            <a:off x="6583365" y="18653127"/>
            <a:ext cx="30724475" cy="8413749"/>
          </a:xfrm>
          <a:prstGeom prst="rect">
            <a:avLst/>
          </a:prstGeom>
          <a:noFill/>
          <a:ln>
            <a:noFill/>
          </a:ln>
        </p:spPr>
        <p:txBody>
          <a:bodyPr anchorCtr="0" anchor="t" bIns="380325" lIns="380325" spcFirstLastPara="1" rIns="380325" wrap="square" tIns="380325">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3" name="Shape 113"/>
        <p:cNvGrpSpPr/>
        <p:nvPr/>
      </p:nvGrpSpPr>
      <p:grpSpPr>
        <a:xfrm>
          <a:off x="0" y="0"/>
          <a:ext cx="0" cy="0"/>
          <a:chOff x="0" y="0"/>
          <a:chExt cx="0" cy="0"/>
        </a:xfrm>
      </p:grpSpPr>
      <p:sp>
        <p:nvSpPr>
          <p:cNvPr id="114" name="Google Shape;114;p28"/>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5" name="Google Shape;115;p28"/>
          <p:cNvSpPr txBox="1"/>
          <p:nvPr>
            <p:ph idx="1" type="body"/>
          </p:nvPr>
        </p:nvSpPr>
        <p:spPr>
          <a:xfrm>
            <a:off x="693421" y="5638800"/>
            <a:ext cx="42191940" cy="2656332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6" name="Shape 116"/>
        <p:cNvGrpSpPr/>
        <p:nvPr/>
      </p:nvGrpSpPr>
      <p:grpSpPr>
        <a:xfrm>
          <a:off x="0" y="0"/>
          <a:ext cx="0" cy="0"/>
          <a:chOff x="0" y="0"/>
          <a:chExt cx="0" cy="0"/>
        </a:xfrm>
      </p:grpSpPr>
      <p:sp>
        <p:nvSpPr>
          <p:cNvPr id="117" name="Google Shape;117;p29"/>
          <p:cNvSpPr txBox="1"/>
          <p:nvPr>
            <p:ph type="title"/>
          </p:nvPr>
        </p:nvSpPr>
        <p:spPr>
          <a:xfrm>
            <a:off x="3467103" y="21153440"/>
            <a:ext cx="37307839" cy="6537326"/>
          </a:xfrm>
          <a:prstGeom prst="rect">
            <a:avLst/>
          </a:prstGeom>
          <a:noFill/>
          <a:ln>
            <a:noFill/>
          </a:ln>
        </p:spPr>
        <p:txBody>
          <a:bodyPr anchorCtr="0" anchor="t" bIns="38000" lIns="76050" spcFirstLastPara="1" rIns="76050" wrap="square" tIns="38000">
            <a:noAutofit/>
          </a:bodyPr>
          <a:lstStyle>
            <a:lvl1pPr lvl="0" algn="l">
              <a:spcBef>
                <a:spcPts val="0"/>
              </a:spcBef>
              <a:spcAft>
                <a:spcPts val="0"/>
              </a:spcAft>
              <a:buSzPts val="1400"/>
              <a:buNone/>
              <a:defRPr b="1" sz="352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29"/>
          <p:cNvSpPr txBox="1"/>
          <p:nvPr>
            <p:ph idx="1" type="body"/>
          </p:nvPr>
        </p:nvSpPr>
        <p:spPr>
          <a:xfrm>
            <a:off x="3467103" y="13952538"/>
            <a:ext cx="37307839" cy="7200900"/>
          </a:xfrm>
          <a:prstGeom prst="rect">
            <a:avLst/>
          </a:prstGeom>
          <a:noFill/>
          <a:ln>
            <a:noFill/>
          </a:ln>
        </p:spPr>
        <p:txBody>
          <a:bodyPr anchorCtr="0" anchor="b" bIns="380325" lIns="380325" spcFirstLastPara="1" rIns="380325" wrap="square" tIns="380325">
            <a:noAutofit/>
          </a:bodyPr>
          <a:lstStyle>
            <a:lvl1pPr indent="-228600" lvl="0" marL="457200" algn="l">
              <a:spcBef>
                <a:spcPts val="363"/>
              </a:spcBef>
              <a:spcAft>
                <a:spcPts val="0"/>
              </a:spcAft>
              <a:buClr>
                <a:schemeClr val="dk1"/>
              </a:buClr>
              <a:buSzPts val="1813"/>
              <a:buFont typeface="Arial"/>
              <a:buNone/>
              <a:defRPr sz="1813"/>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77"/>
              </a:spcBef>
              <a:spcAft>
                <a:spcPts val="0"/>
              </a:spcAft>
              <a:buClr>
                <a:schemeClr val="dk1"/>
              </a:buClr>
              <a:buSzPts val="1387"/>
              <a:buFont typeface="Arial"/>
              <a:buNone/>
              <a:defRPr sz="1387"/>
            </a:lvl3pPr>
            <a:lvl4pPr indent="-228600" lvl="3" marL="1828800" algn="l">
              <a:spcBef>
                <a:spcPts val="256"/>
              </a:spcBef>
              <a:spcAft>
                <a:spcPts val="0"/>
              </a:spcAft>
              <a:buClr>
                <a:schemeClr val="dk1"/>
              </a:buClr>
              <a:buSzPts val="1280"/>
              <a:buFont typeface="Arial"/>
              <a:buNone/>
              <a:defRPr sz="1280"/>
            </a:lvl4pPr>
            <a:lvl5pPr indent="-228600" lvl="4" marL="2286000" algn="l">
              <a:spcBef>
                <a:spcPts val="256"/>
              </a:spcBef>
              <a:spcAft>
                <a:spcPts val="0"/>
              </a:spcAft>
              <a:buClr>
                <a:schemeClr val="dk1"/>
              </a:buClr>
              <a:buSzPts val="1280"/>
              <a:buFont typeface="Arial"/>
              <a:buNone/>
              <a:defRPr sz="1280"/>
            </a:lvl5pPr>
            <a:lvl6pPr indent="-228600" lvl="5" marL="2743200" algn="l">
              <a:spcBef>
                <a:spcPts val="256"/>
              </a:spcBef>
              <a:spcAft>
                <a:spcPts val="0"/>
              </a:spcAft>
              <a:buClr>
                <a:schemeClr val="dk1"/>
              </a:buClr>
              <a:buSzPts val="1280"/>
              <a:buFont typeface="Arial"/>
              <a:buNone/>
              <a:defRPr sz="1280"/>
            </a:lvl6pPr>
            <a:lvl7pPr indent="-228600" lvl="6" marL="3200400" algn="l">
              <a:spcBef>
                <a:spcPts val="256"/>
              </a:spcBef>
              <a:spcAft>
                <a:spcPts val="0"/>
              </a:spcAft>
              <a:buClr>
                <a:schemeClr val="dk1"/>
              </a:buClr>
              <a:buSzPts val="1280"/>
              <a:buFont typeface="Arial"/>
              <a:buNone/>
              <a:defRPr sz="1280"/>
            </a:lvl7pPr>
            <a:lvl8pPr indent="-228600" lvl="7" marL="3657600" algn="l">
              <a:spcBef>
                <a:spcPts val="256"/>
              </a:spcBef>
              <a:spcAft>
                <a:spcPts val="0"/>
              </a:spcAft>
              <a:buClr>
                <a:schemeClr val="dk1"/>
              </a:buClr>
              <a:buSzPts val="1280"/>
              <a:buFont typeface="Arial"/>
              <a:buNone/>
              <a:defRPr sz="1280"/>
            </a:lvl8pPr>
            <a:lvl9pPr indent="-228600" lvl="8" marL="4114800" algn="l">
              <a:spcBef>
                <a:spcPts val="256"/>
              </a:spcBef>
              <a:spcAft>
                <a:spcPts val="0"/>
              </a:spcAft>
              <a:buClr>
                <a:schemeClr val="dk1"/>
              </a:buClr>
              <a:buSzPts val="1280"/>
              <a:buFont typeface="Arial"/>
              <a:buNone/>
              <a:defRPr sz="128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9" name="Shape 119"/>
        <p:cNvGrpSpPr/>
        <p:nvPr/>
      </p:nvGrpSpPr>
      <p:grpSpPr>
        <a:xfrm>
          <a:off x="0" y="0"/>
          <a:ext cx="0" cy="0"/>
          <a:chOff x="0" y="0"/>
          <a:chExt cx="0" cy="0"/>
        </a:xfrm>
      </p:grpSpPr>
      <p:sp>
        <p:nvSpPr>
          <p:cNvPr id="120" name="Google Shape;120;p30"/>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30"/>
          <p:cNvSpPr txBox="1"/>
          <p:nvPr>
            <p:ph idx="1" type="body"/>
          </p:nvPr>
        </p:nvSpPr>
        <p:spPr>
          <a:xfrm>
            <a:off x="693742" y="5638802"/>
            <a:ext cx="21018500"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22" name="Google Shape;122;p30"/>
          <p:cNvSpPr txBox="1"/>
          <p:nvPr>
            <p:ph idx="2" type="body"/>
          </p:nvPr>
        </p:nvSpPr>
        <p:spPr>
          <a:xfrm>
            <a:off x="21864641" y="5638802"/>
            <a:ext cx="21020087"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3" name="Shape 123"/>
        <p:cNvGrpSpPr/>
        <p:nvPr/>
      </p:nvGrpSpPr>
      <p:grpSpPr>
        <a:xfrm>
          <a:off x="0" y="0"/>
          <a:ext cx="0" cy="0"/>
          <a:chOff x="0" y="0"/>
          <a:chExt cx="0" cy="0"/>
        </a:xfrm>
      </p:grpSpPr>
      <p:sp>
        <p:nvSpPr>
          <p:cNvPr id="124" name="Google Shape;124;p31"/>
          <p:cNvSpPr txBox="1"/>
          <p:nvPr>
            <p:ph type="title"/>
          </p:nvPr>
        </p:nvSpPr>
        <p:spPr>
          <a:xfrm>
            <a:off x="2193926" y="1317626"/>
            <a:ext cx="39503351" cy="548640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5" name="Google Shape;125;p31"/>
          <p:cNvSpPr txBox="1"/>
          <p:nvPr>
            <p:ph idx="1" type="body"/>
          </p:nvPr>
        </p:nvSpPr>
        <p:spPr>
          <a:xfrm>
            <a:off x="2193926" y="7369178"/>
            <a:ext cx="19392901"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126" name="Google Shape;126;p31"/>
          <p:cNvSpPr txBox="1"/>
          <p:nvPr>
            <p:ph idx="2" type="body"/>
          </p:nvPr>
        </p:nvSpPr>
        <p:spPr>
          <a:xfrm>
            <a:off x="2193926" y="10439402"/>
            <a:ext cx="19392901"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
        <p:nvSpPr>
          <p:cNvPr id="127" name="Google Shape;127;p31"/>
          <p:cNvSpPr txBox="1"/>
          <p:nvPr>
            <p:ph idx="3" type="body"/>
          </p:nvPr>
        </p:nvSpPr>
        <p:spPr>
          <a:xfrm>
            <a:off x="22296440" y="7369178"/>
            <a:ext cx="19400837"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128" name="Google Shape;128;p31"/>
          <p:cNvSpPr txBox="1"/>
          <p:nvPr>
            <p:ph idx="4" type="body"/>
          </p:nvPr>
        </p:nvSpPr>
        <p:spPr>
          <a:xfrm>
            <a:off x="22296440" y="10439402"/>
            <a:ext cx="19400837"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32"/>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2" name="Shape 132"/>
        <p:cNvGrpSpPr/>
        <p:nvPr/>
      </p:nvGrpSpPr>
      <p:grpSpPr>
        <a:xfrm>
          <a:off x="0" y="0"/>
          <a:ext cx="0" cy="0"/>
          <a:chOff x="0" y="0"/>
          <a:chExt cx="0" cy="0"/>
        </a:xfrm>
      </p:grpSpPr>
      <p:sp>
        <p:nvSpPr>
          <p:cNvPr id="133" name="Google Shape;133;p34"/>
          <p:cNvSpPr txBox="1"/>
          <p:nvPr>
            <p:ph type="title"/>
          </p:nvPr>
        </p:nvSpPr>
        <p:spPr>
          <a:xfrm>
            <a:off x="2193926" y="1311276"/>
            <a:ext cx="14439901" cy="5576889"/>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34"/>
          <p:cNvSpPr txBox="1"/>
          <p:nvPr>
            <p:ph idx="1" type="body"/>
          </p:nvPr>
        </p:nvSpPr>
        <p:spPr>
          <a:xfrm>
            <a:off x="17160875" y="1311276"/>
            <a:ext cx="24536400" cy="28093989"/>
          </a:xfrm>
          <a:prstGeom prst="rect">
            <a:avLst/>
          </a:prstGeom>
          <a:noFill/>
          <a:ln>
            <a:noFill/>
          </a:ln>
        </p:spPr>
        <p:txBody>
          <a:bodyPr anchorCtr="0" anchor="t" bIns="380325" lIns="380325" spcFirstLastPara="1" rIns="380325" wrap="square" tIns="380325">
            <a:noAutofit/>
          </a:bodyPr>
          <a:lstStyle>
            <a:lvl1pPr indent="-411480" lvl="0" marL="457200" algn="l">
              <a:spcBef>
                <a:spcPts val="576"/>
              </a:spcBef>
              <a:spcAft>
                <a:spcPts val="0"/>
              </a:spcAft>
              <a:buClr>
                <a:schemeClr val="dk1"/>
              </a:buClr>
              <a:buSzPts val="2880"/>
              <a:buFont typeface="Arial"/>
              <a:buChar char="•"/>
              <a:defRPr sz="2880"/>
            </a:lvl1pPr>
            <a:lvl2pPr indent="-384366" lvl="1" marL="914400" algn="l">
              <a:spcBef>
                <a:spcPts val="491"/>
              </a:spcBef>
              <a:spcAft>
                <a:spcPts val="0"/>
              </a:spcAft>
              <a:buClr>
                <a:schemeClr val="dk1"/>
              </a:buClr>
              <a:buSzPts val="2453"/>
              <a:buFont typeface="Arial"/>
              <a:buChar char="–"/>
              <a:defRPr sz="2453"/>
            </a:lvl2pPr>
            <a:lvl3pPr indent="-364046" lvl="2" marL="1371600" algn="l">
              <a:spcBef>
                <a:spcPts val="427"/>
              </a:spcBef>
              <a:spcAft>
                <a:spcPts val="0"/>
              </a:spcAft>
              <a:buClr>
                <a:schemeClr val="dk1"/>
              </a:buClr>
              <a:buSzPts val="2133"/>
              <a:buFont typeface="Arial"/>
              <a:buChar char="•"/>
              <a:defRPr sz="2133"/>
            </a:lvl3pPr>
            <a:lvl4pPr indent="-343726" lvl="3" marL="1828800" algn="l">
              <a:spcBef>
                <a:spcPts val="363"/>
              </a:spcBef>
              <a:spcAft>
                <a:spcPts val="0"/>
              </a:spcAft>
              <a:buClr>
                <a:schemeClr val="dk1"/>
              </a:buClr>
              <a:buSzPts val="1813"/>
              <a:buFont typeface="Arial"/>
              <a:buChar char="–"/>
              <a:defRPr sz="1813"/>
            </a:lvl4pPr>
            <a:lvl5pPr indent="-343726" lvl="4" marL="2286000" algn="l">
              <a:spcBef>
                <a:spcPts val="363"/>
              </a:spcBef>
              <a:spcAft>
                <a:spcPts val="0"/>
              </a:spcAft>
              <a:buClr>
                <a:schemeClr val="dk1"/>
              </a:buClr>
              <a:buSzPts val="1813"/>
              <a:buFont typeface="Arial"/>
              <a:buChar char="»"/>
              <a:defRPr sz="1813"/>
            </a:lvl5pPr>
            <a:lvl6pPr indent="-343726" lvl="5" marL="2743200" algn="l">
              <a:spcBef>
                <a:spcPts val="363"/>
              </a:spcBef>
              <a:spcAft>
                <a:spcPts val="0"/>
              </a:spcAft>
              <a:buClr>
                <a:schemeClr val="dk1"/>
              </a:buClr>
              <a:buSzPts val="1813"/>
              <a:buFont typeface="Arial"/>
              <a:buChar char="»"/>
              <a:defRPr sz="1813"/>
            </a:lvl6pPr>
            <a:lvl7pPr indent="-343726" lvl="6" marL="3200400" algn="l">
              <a:spcBef>
                <a:spcPts val="363"/>
              </a:spcBef>
              <a:spcAft>
                <a:spcPts val="0"/>
              </a:spcAft>
              <a:buClr>
                <a:schemeClr val="dk1"/>
              </a:buClr>
              <a:buSzPts val="1813"/>
              <a:buFont typeface="Arial"/>
              <a:buChar char="»"/>
              <a:defRPr sz="1813"/>
            </a:lvl7pPr>
            <a:lvl8pPr indent="-343726" lvl="7" marL="3657600" algn="l">
              <a:spcBef>
                <a:spcPts val="363"/>
              </a:spcBef>
              <a:spcAft>
                <a:spcPts val="0"/>
              </a:spcAft>
              <a:buClr>
                <a:schemeClr val="dk1"/>
              </a:buClr>
              <a:buSzPts val="1813"/>
              <a:buFont typeface="Arial"/>
              <a:buChar char="»"/>
              <a:defRPr sz="1813"/>
            </a:lvl8pPr>
            <a:lvl9pPr indent="-343726" lvl="8" marL="4114800" algn="l">
              <a:spcBef>
                <a:spcPts val="363"/>
              </a:spcBef>
              <a:spcAft>
                <a:spcPts val="0"/>
              </a:spcAft>
              <a:buClr>
                <a:schemeClr val="dk1"/>
              </a:buClr>
              <a:buSzPts val="1813"/>
              <a:buFont typeface="Arial"/>
              <a:buChar char="»"/>
              <a:defRPr sz="1813"/>
            </a:lvl9pPr>
          </a:lstStyle>
          <a:p/>
        </p:txBody>
      </p:sp>
      <p:sp>
        <p:nvSpPr>
          <p:cNvPr id="135" name="Google Shape;135;p34"/>
          <p:cNvSpPr txBox="1"/>
          <p:nvPr>
            <p:ph idx="2" type="body"/>
          </p:nvPr>
        </p:nvSpPr>
        <p:spPr>
          <a:xfrm>
            <a:off x="2193926" y="6888164"/>
            <a:ext cx="14439901" cy="22517100"/>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35"/>
          <p:cNvSpPr txBox="1"/>
          <p:nvPr>
            <p:ph type="title"/>
          </p:nvPr>
        </p:nvSpPr>
        <p:spPr>
          <a:xfrm>
            <a:off x="8602664" y="23042566"/>
            <a:ext cx="26335037" cy="2720975"/>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35"/>
          <p:cNvSpPr/>
          <p:nvPr>
            <p:ph idx="2" type="pic"/>
          </p:nvPr>
        </p:nvSpPr>
        <p:spPr>
          <a:xfrm>
            <a:off x="8602664" y="2941640"/>
            <a:ext cx="26335037" cy="19750088"/>
          </a:xfrm>
          <a:prstGeom prst="rect">
            <a:avLst/>
          </a:prstGeom>
          <a:noFill/>
          <a:ln>
            <a:noFill/>
          </a:ln>
        </p:spPr>
      </p:sp>
      <p:sp>
        <p:nvSpPr>
          <p:cNvPr id="139" name="Google Shape;139;p35"/>
          <p:cNvSpPr txBox="1"/>
          <p:nvPr>
            <p:ph idx="1" type="body"/>
          </p:nvPr>
        </p:nvSpPr>
        <p:spPr>
          <a:xfrm>
            <a:off x="8602664" y="25763540"/>
            <a:ext cx="26335037" cy="3862388"/>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0" name="Shape 140"/>
        <p:cNvGrpSpPr/>
        <p:nvPr/>
      </p:nvGrpSpPr>
      <p:grpSpPr>
        <a:xfrm>
          <a:off x="0" y="0"/>
          <a:ext cx="0" cy="0"/>
          <a:chOff x="0" y="0"/>
          <a:chExt cx="0" cy="0"/>
        </a:xfrm>
      </p:grpSpPr>
      <p:sp>
        <p:nvSpPr>
          <p:cNvPr id="141" name="Google Shape;141;p3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2" name="Google Shape;142;p36"/>
          <p:cNvSpPr txBox="1"/>
          <p:nvPr>
            <p:ph idx="1" type="body"/>
          </p:nvPr>
        </p:nvSpPr>
        <p:spPr>
          <a:xfrm rot="5400000">
            <a:off x="8507731" y="-2175510"/>
            <a:ext cx="26563320" cy="4219194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3" name="Shape 143"/>
        <p:cNvGrpSpPr/>
        <p:nvPr/>
      </p:nvGrpSpPr>
      <p:grpSpPr>
        <a:xfrm>
          <a:off x="0" y="0"/>
          <a:ext cx="0" cy="0"/>
          <a:chOff x="0" y="0"/>
          <a:chExt cx="0" cy="0"/>
        </a:xfrm>
      </p:grpSpPr>
      <p:sp>
        <p:nvSpPr>
          <p:cNvPr id="144" name="Google Shape;144;p37"/>
          <p:cNvSpPr txBox="1"/>
          <p:nvPr>
            <p:ph type="title"/>
          </p:nvPr>
        </p:nvSpPr>
        <p:spPr>
          <a:xfrm rot="5400000">
            <a:off x="22146421" y="11464134"/>
            <a:ext cx="30929264" cy="105473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5" name="Google Shape;145;p37"/>
          <p:cNvSpPr txBox="1"/>
          <p:nvPr>
            <p:ph idx="1" type="body"/>
          </p:nvPr>
        </p:nvSpPr>
        <p:spPr>
          <a:xfrm rot="5400000">
            <a:off x="974727" y="992189"/>
            <a:ext cx="30929264" cy="31491239"/>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0" y="0"/>
            <a:ext cx="43891200" cy="48006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1" name="Google Shape;11;p2"/>
          <p:cNvSpPr/>
          <p:nvPr/>
        </p:nvSpPr>
        <p:spPr>
          <a:xfrm>
            <a:off x="693421" y="5638800"/>
            <a:ext cx="997458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2" name="Google Shape;12;p2"/>
          <p:cNvSpPr/>
          <p:nvPr/>
        </p:nvSpPr>
        <p:spPr>
          <a:xfrm>
            <a:off x="70726" y="4800600"/>
            <a:ext cx="43752273" cy="129540"/>
          </a:xfrm>
          <a:prstGeom prst="rect">
            <a:avLst/>
          </a:prstGeom>
          <a:solidFill>
            <a:srgbClr val="660000"/>
          </a:solidFill>
          <a:ln cap="flat" cmpd="sng" w="152400">
            <a:solidFill>
              <a:srgbClr val="FF9900"/>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3" name="Google Shape;13;p2"/>
          <p:cNvSpPr txBox="1"/>
          <p:nvPr/>
        </p:nvSpPr>
        <p:spPr>
          <a:xfrm>
            <a:off x="609600" y="32445961"/>
            <a:ext cx="2514600" cy="275603"/>
          </a:xfrm>
          <a:prstGeom prst="rect">
            <a:avLst/>
          </a:prstGeom>
          <a:noFill/>
          <a:ln>
            <a:noFill/>
          </a:ln>
        </p:spPr>
        <p:txBody>
          <a:bodyPr anchorCtr="0" anchor="t" bIns="40550" lIns="81100" spcFirstLastPara="1" rIns="81100" wrap="square" tIns="40550">
            <a:spAutoFit/>
          </a:bodyPr>
          <a:lstStyle/>
          <a:p>
            <a:pPr indent="0" lvl="0" marL="0" marR="0" rtl="0" algn="l">
              <a:lnSpc>
                <a:spcPct val="65000"/>
              </a:lnSpc>
              <a:spcBef>
                <a:spcPts val="0"/>
              </a:spcBef>
              <a:spcAft>
                <a:spcPts val="0"/>
              </a:spcAft>
              <a:buNone/>
            </a:pPr>
            <a:r>
              <a:rPr b="1" i="0" lang="en-US" sz="427" u="none" cap="none" strike="noStrike">
                <a:solidFill>
                  <a:schemeClr val="lt2"/>
                </a:solidFill>
                <a:latin typeface="Arial"/>
                <a:ea typeface="Arial"/>
                <a:cs typeface="Arial"/>
                <a:sym typeface="Arial"/>
              </a:rPr>
              <a:t>TEMPLATE DESIGN © 2008</a:t>
            </a:r>
            <a:endParaRPr/>
          </a:p>
          <a:p>
            <a:pPr indent="0" lvl="0" marL="0" marR="0" rtl="0" algn="l">
              <a:lnSpc>
                <a:spcPct val="65000"/>
              </a:lnSpc>
              <a:spcBef>
                <a:spcPts val="427"/>
              </a:spcBef>
              <a:spcAft>
                <a:spcPts val="0"/>
              </a:spcAft>
              <a:buNone/>
            </a:pPr>
            <a:r>
              <a:rPr b="1" i="0" lang="en-US" sz="853" u="none" cap="none" strike="noStrike">
                <a:solidFill>
                  <a:schemeClr val="lt2"/>
                </a:solidFill>
                <a:latin typeface="Arial"/>
                <a:ea typeface="Arial"/>
                <a:cs typeface="Arial"/>
                <a:sym typeface="Arial"/>
              </a:rPr>
              <a:t>www.PosterPresentations.com</a:t>
            </a:r>
            <a:endParaRPr/>
          </a:p>
        </p:txBody>
      </p:sp>
      <p:sp>
        <p:nvSpPr>
          <p:cNvPr id="14" name="Google Shape;14;p2"/>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1pPr>
            <a:lvl2pPr lvl="1"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2pPr>
            <a:lvl3pPr lvl="2"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3pPr>
            <a:lvl4pPr lvl="3"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4pPr>
            <a:lvl5pPr lvl="4"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5pPr>
            <a:lvl6pPr lvl="5"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6pPr>
            <a:lvl7pPr lvl="6"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7pPr>
            <a:lvl8pPr lvl="7"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8pPr>
            <a:lvl9pPr lvl="8"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9pPr>
          </a:lstStyle>
          <a:p/>
        </p:txBody>
      </p:sp>
      <p:sp>
        <p:nvSpPr>
          <p:cNvPr id="15" name="Google Shape;15;p2"/>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91160" lvl="0" marL="4572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1pPr>
            <a:lvl2pPr indent="-391160" lvl="1" marL="9144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2pPr>
            <a:lvl3pPr indent="-364046"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36995" lvl="3" marL="1828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4pPr>
            <a:lvl5pPr indent="-336995" lvl="4" marL="22860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5pPr>
            <a:lvl6pPr indent="-336995" lvl="5" marL="27432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6pPr>
            <a:lvl7pPr indent="-336995" lvl="6" marL="32004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7pPr>
            <a:lvl8pPr indent="-336995" lvl="7" marL="36576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8pPr>
            <a:lvl9pPr indent="-336995" lvl="8" marL="4114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9pPr>
          </a:lstStyle>
          <a:p/>
        </p:txBody>
      </p:sp>
      <p:sp>
        <p:nvSpPr>
          <p:cNvPr id="16" name="Google Shape;16;p2"/>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7" name="Google Shape;17;p2"/>
          <p:cNvSpPr/>
          <p:nvPr/>
        </p:nvSpPr>
        <p:spPr>
          <a:xfrm>
            <a:off x="11490960" y="5638800"/>
            <a:ext cx="2075688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8" name="Google Shape;18;p2"/>
          <p:cNvSpPr/>
          <p:nvPr/>
        </p:nvSpPr>
        <p:spPr>
          <a:xfrm>
            <a:off x="33078420" y="5638800"/>
            <a:ext cx="998220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9" name="Google Shape;19;p2"/>
          <p:cNvSpPr/>
          <p:nvPr/>
        </p:nvSpPr>
        <p:spPr>
          <a:xfrm>
            <a:off x="579664" y="32395886"/>
            <a:ext cx="1773691" cy="365352"/>
          </a:xfrm>
          <a:prstGeom prst="rect">
            <a:avLst/>
          </a:prstGeom>
          <a:solidFill>
            <a:schemeClr val="lt1"/>
          </a:solidFill>
          <a:ln>
            <a:noFill/>
          </a:ln>
        </p:spPr>
        <p:txBody>
          <a:bodyPr anchorCtr="0" anchor="t" bIns="457200" lIns="457200" spcFirstLastPara="1" rIns="457200" wrap="square" tIns="457200">
            <a:spAutoFit/>
          </a:bodyPr>
          <a:lstStyle/>
          <a:p>
            <a:pPr indent="0" lvl="0" marL="0" marR="0" rtl="0" algn="l">
              <a:lnSpc>
                <a:spcPct val="100000"/>
              </a:lnSpc>
              <a:spcBef>
                <a:spcPts val="0"/>
              </a:spcBef>
              <a:spcAft>
                <a:spcPts val="0"/>
              </a:spcAft>
              <a:buClr>
                <a:schemeClr val="dk1"/>
              </a:buClr>
              <a:buSzPts val="2900"/>
              <a:buFont typeface="Arial Narrow"/>
              <a:buNone/>
            </a:pPr>
            <a:r>
              <a:t/>
            </a:r>
            <a:endParaRPr b="0" i="0" sz="2900" u="none" cap="none" strike="noStrike">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14"/>
          <p:cNvSpPr/>
          <p:nvPr/>
        </p:nvSpPr>
        <p:spPr>
          <a:xfrm>
            <a:off x="0" y="0"/>
            <a:ext cx="43891200" cy="4800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58" name="Google Shape;58;p14"/>
          <p:cNvSpPr/>
          <p:nvPr/>
        </p:nvSpPr>
        <p:spPr>
          <a:xfrm>
            <a:off x="693421" y="5638800"/>
            <a:ext cx="997458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59" name="Google Shape;59;p14"/>
          <p:cNvSpPr/>
          <p:nvPr/>
        </p:nvSpPr>
        <p:spPr>
          <a:xfrm>
            <a:off x="0" y="4800600"/>
            <a:ext cx="43891200" cy="129540"/>
          </a:xfrm>
          <a:prstGeom prst="rect">
            <a:avLst/>
          </a:prstGeom>
          <a:solidFill>
            <a:srgbClr val="660000"/>
          </a:solidFill>
          <a:ln>
            <a:noFill/>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60" name="Google Shape;60;p14"/>
          <p:cNvSpPr txBox="1"/>
          <p:nvPr/>
        </p:nvSpPr>
        <p:spPr>
          <a:xfrm>
            <a:off x="609600" y="32445961"/>
            <a:ext cx="2514600" cy="275603"/>
          </a:xfrm>
          <a:prstGeom prst="rect">
            <a:avLst/>
          </a:prstGeom>
          <a:noFill/>
          <a:ln>
            <a:noFill/>
          </a:ln>
        </p:spPr>
        <p:txBody>
          <a:bodyPr anchorCtr="0" anchor="t" bIns="40550" lIns="81100" spcFirstLastPara="1" rIns="81100" wrap="square" tIns="40550">
            <a:spAutoFit/>
          </a:bodyPr>
          <a:lstStyle/>
          <a:p>
            <a:pPr indent="0" lvl="0" marL="0" marR="0" rtl="0" algn="l">
              <a:lnSpc>
                <a:spcPct val="65000"/>
              </a:lnSpc>
              <a:spcBef>
                <a:spcPts val="0"/>
              </a:spcBef>
              <a:spcAft>
                <a:spcPts val="0"/>
              </a:spcAft>
              <a:buNone/>
            </a:pPr>
            <a:r>
              <a:rPr b="1" lang="en-US" sz="427">
                <a:solidFill>
                  <a:schemeClr val="lt2"/>
                </a:solidFill>
                <a:latin typeface="Arial"/>
                <a:ea typeface="Arial"/>
                <a:cs typeface="Arial"/>
                <a:sym typeface="Arial"/>
              </a:rPr>
              <a:t>POSTER TEMPLATE BY:</a:t>
            </a:r>
            <a:endParaRPr/>
          </a:p>
          <a:p>
            <a:pPr indent="0" lvl="0" marL="0" marR="0" rtl="0" algn="l">
              <a:lnSpc>
                <a:spcPct val="65000"/>
              </a:lnSpc>
              <a:spcBef>
                <a:spcPts val="427"/>
              </a:spcBef>
              <a:spcAft>
                <a:spcPts val="0"/>
              </a:spcAft>
              <a:buNone/>
            </a:pPr>
            <a:r>
              <a:rPr b="1" lang="en-US" sz="853">
                <a:solidFill>
                  <a:schemeClr val="lt2"/>
                </a:solidFill>
                <a:latin typeface="Arial"/>
                <a:ea typeface="Arial"/>
                <a:cs typeface="Arial"/>
                <a:sym typeface="Arial"/>
              </a:rPr>
              <a:t>www.PosterPresentations.com</a:t>
            </a:r>
            <a:endParaRPr/>
          </a:p>
        </p:txBody>
      </p:sp>
      <p:sp>
        <p:nvSpPr>
          <p:cNvPr id="61" name="Google Shape;61;p14"/>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1pPr>
            <a:lvl2pPr lvl="1"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2pPr>
            <a:lvl3pPr lvl="2"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3pPr>
            <a:lvl4pPr lvl="3"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4pPr>
            <a:lvl5pPr lvl="4"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5pPr>
            <a:lvl6pPr lvl="5"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9pPr>
          </a:lstStyle>
          <a:p/>
        </p:txBody>
      </p:sp>
      <p:sp>
        <p:nvSpPr>
          <p:cNvPr id="62" name="Google Shape;62;p14"/>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91160" lvl="0" marL="4572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1pPr>
            <a:lvl2pPr indent="-391160" lvl="1" marL="9144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2pPr>
            <a:lvl3pPr indent="-364046"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36995" lvl="3" marL="1828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4pPr>
            <a:lvl5pPr indent="-336995" lvl="4" marL="22860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5pPr>
            <a:lvl6pPr indent="-336995" lvl="5" marL="27432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6pPr>
            <a:lvl7pPr indent="-336995" lvl="6" marL="32004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7pPr>
            <a:lvl8pPr indent="-336995" lvl="7" marL="36576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8pPr>
            <a:lvl9pPr indent="-336995" lvl="8" marL="4114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9pPr>
          </a:lstStyle>
          <a:p/>
        </p:txBody>
      </p:sp>
      <p:sp>
        <p:nvSpPr>
          <p:cNvPr id="63" name="Google Shape;63;p14"/>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64" name="Google Shape;64;p14"/>
          <p:cNvSpPr/>
          <p:nvPr/>
        </p:nvSpPr>
        <p:spPr>
          <a:xfrm>
            <a:off x="11490961" y="5638800"/>
            <a:ext cx="2076450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65" name="Google Shape;65;p14"/>
          <p:cNvSpPr/>
          <p:nvPr/>
        </p:nvSpPr>
        <p:spPr>
          <a:xfrm>
            <a:off x="33078420" y="5638800"/>
            <a:ext cx="998220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6"/>
          <p:cNvSpPr/>
          <p:nvPr/>
        </p:nvSpPr>
        <p:spPr>
          <a:xfrm>
            <a:off x="0" y="0"/>
            <a:ext cx="43891200" cy="4800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104" name="Google Shape;104;p26"/>
          <p:cNvSpPr/>
          <p:nvPr/>
        </p:nvSpPr>
        <p:spPr>
          <a:xfrm>
            <a:off x="693420" y="5638800"/>
            <a:ext cx="4236720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105" name="Google Shape;105;p26"/>
          <p:cNvSpPr/>
          <p:nvPr/>
        </p:nvSpPr>
        <p:spPr>
          <a:xfrm>
            <a:off x="0" y="4800600"/>
            <a:ext cx="43891200" cy="129540"/>
          </a:xfrm>
          <a:prstGeom prst="rect">
            <a:avLst/>
          </a:prstGeom>
          <a:solidFill>
            <a:srgbClr val="660000"/>
          </a:solidFill>
          <a:ln>
            <a:noFill/>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106" name="Google Shape;106;p26"/>
          <p:cNvSpPr txBox="1"/>
          <p:nvPr/>
        </p:nvSpPr>
        <p:spPr>
          <a:xfrm>
            <a:off x="609600" y="32445961"/>
            <a:ext cx="2514600" cy="275603"/>
          </a:xfrm>
          <a:prstGeom prst="rect">
            <a:avLst/>
          </a:prstGeom>
          <a:noFill/>
          <a:ln>
            <a:noFill/>
          </a:ln>
        </p:spPr>
        <p:txBody>
          <a:bodyPr anchorCtr="0" anchor="t" bIns="40550" lIns="81100" spcFirstLastPara="1" rIns="81100" wrap="square" tIns="40550">
            <a:spAutoFit/>
          </a:bodyPr>
          <a:lstStyle/>
          <a:p>
            <a:pPr indent="0" lvl="0" marL="0" marR="0" rtl="0" algn="l">
              <a:lnSpc>
                <a:spcPct val="65000"/>
              </a:lnSpc>
              <a:spcBef>
                <a:spcPts val="0"/>
              </a:spcBef>
              <a:spcAft>
                <a:spcPts val="0"/>
              </a:spcAft>
              <a:buNone/>
            </a:pPr>
            <a:r>
              <a:rPr b="1" lang="en-US" sz="427">
                <a:solidFill>
                  <a:schemeClr val="lt2"/>
                </a:solidFill>
                <a:latin typeface="Arial"/>
                <a:ea typeface="Arial"/>
                <a:cs typeface="Arial"/>
                <a:sym typeface="Arial"/>
              </a:rPr>
              <a:t>POSTER TEMPLATE BY:</a:t>
            </a:r>
            <a:endParaRPr/>
          </a:p>
          <a:p>
            <a:pPr indent="0" lvl="0" marL="0" marR="0" rtl="0" algn="l">
              <a:lnSpc>
                <a:spcPct val="65000"/>
              </a:lnSpc>
              <a:spcBef>
                <a:spcPts val="427"/>
              </a:spcBef>
              <a:spcAft>
                <a:spcPts val="0"/>
              </a:spcAft>
              <a:buNone/>
            </a:pPr>
            <a:r>
              <a:rPr b="1" lang="en-US" sz="853">
                <a:solidFill>
                  <a:schemeClr val="lt2"/>
                </a:solidFill>
                <a:latin typeface="Arial"/>
                <a:ea typeface="Arial"/>
                <a:cs typeface="Arial"/>
                <a:sym typeface="Arial"/>
              </a:rPr>
              <a:t>www.PosterPresentations.com</a:t>
            </a:r>
            <a:endParaRPr/>
          </a:p>
        </p:txBody>
      </p:sp>
      <p:sp>
        <p:nvSpPr>
          <p:cNvPr id="107" name="Google Shape;107;p2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1pPr>
            <a:lvl2pPr lvl="1"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2pPr>
            <a:lvl3pPr lvl="2"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3pPr>
            <a:lvl4pPr lvl="3"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4pPr>
            <a:lvl5pPr lvl="4"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5pPr>
            <a:lvl6pPr lvl="5"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9pPr>
          </a:lstStyle>
          <a:p/>
        </p:txBody>
      </p:sp>
      <p:sp>
        <p:nvSpPr>
          <p:cNvPr id="108" name="Google Shape;108;p26"/>
          <p:cNvSpPr txBox="1"/>
          <p:nvPr>
            <p:ph idx="1" type="body"/>
          </p:nvPr>
        </p:nvSpPr>
        <p:spPr>
          <a:xfrm>
            <a:off x="693421" y="5638800"/>
            <a:ext cx="42191940" cy="26563320"/>
          </a:xfrm>
          <a:prstGeom prst="rect">
            <a:avLst/>
          </a:prstGeom>
          <a:noFill/>
          <a:ln>
            <a:noFill/>
          </a:ln>
        </p:spPr>
        <p:txBody>
          <a:bodyPr anchorCtr="0" anchor="t" bIns="380325" lIns="380325" spcFirstLastPara="1" rIns="380325" wrap="square" tIns="380325">
            <a:noAutofit/>
          </a:bodyPr>
          <a:lstStyle>
            <a:lvl1pPr indent="-391160" lvl="0" marL="4572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1pPr>
            <a:lvl2pPr indent="-391160" lvl="1" marL="9144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2pPr>
            <a:lvl3pPr indent="-364046"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36995" lvl="3" marL="1828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4pPr>
            <a:lvl5pPr indent="-336995" lvl="4" marL="22860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5pPr>
            <a:lvl6pPr indent="-336995" lvl="5" marL="27432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6pPr>
            <a:lvl7pPr indent="-336995" lvl="6" marL="32004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7pPr>
            <a:lvl8pPr indent="-336995" lvl="7" marL="36576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8pPr>
            <a:lvl9pPr indent="-336995" lvl="8" marL="4114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9pPr>
          </a:lstStyle>
          <a:p/>
        </p:txBody>
      </p:sp>
      <p:sp>
        <p:nvSpPr>
          <p:cNvPr id="109" name="Google Shape;109;p26"/>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3.png"/><Relationship Id="rId11" Type="http://schemas.openxmlformats.org/officeDocument/2006/relationships/image" Target="../media/image2.png"/><Relationship Id="rId10" Type="http://schemas.openxmlformats.org/officeDocument/2006/relationships/image" Target="../media/image4.png"/><Relationship Id="rId9"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nvSpPr>
        <p:spPr>
          <a:xfrm>
            <a:off x="33568640" y="17294015"/>
            <a:ext cx="8873100" cy="9705900"/>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t/>
            </a:r>
            <a:endParaRPr b="0" i="0" sz="2987" u="none" cap="none" strike="noStrike">
              <a:solidFill>
                <a:schemeClr val="dk1"/>
              </a:solidFill>
              <a:latin typeface="Arial Narrow"/>
              <a:ea typeface="Arial Narrow"/>
              <a:cs typeface="Arial Narrow"/>
              <a:sym typeface="Arial Narrow"/>
            </a:endParaRPr>
          </a:p>
          <a:p>
            <a:pPr indent="-457200" lvl="0" marL="457200" rtl="0" algn="l">
              <a:lnSpc>
                <a:spcPct val="115000"/>
              </a:lnSpc>
              <a:spcBef>
                <a:spcPts val="0"/>
              </a:spcBef>
              <a:spcAft>
                <a:spcPts val="0"/>
              </a:spcAft>
              <a:buClr>
                <a:schemeClr val="dk1"/>
              </a:buClr>
              <a:buSzPts val="1100"/>
              <a:buFont typeface="Arial"/>
              <a:buNone/>
            </a:pPr>
            <a:r>
              <a:rPr lang="en-US" sz="2250"/>
              <a:t>Ozolcer, M., &amp; Bae, W. Sang. (2025). SePA: A Search-enhanced predictive agent for personalized health coaching. </a:t>
            </a:r>
            <a:r>
              <a:rPr i="1" lang="en-US" sz="2250"/>
              <a:t>arXiv</a:t>
            </a:r>
            <a:r>
              <a:rPr lang="en-US" sz="2250"/>
              <a:t>. https://doi.org/10.48550/arXiv.2509.04752</a:t>
            </a:r>
            <a:endParaRPr sz="2250"/>
          </a:p>
          <a:p>
            <a:pPr indent="-457200" lvl="0" marL="457200" rtl="0" algn="l">
              <a:lnSpc>
                <a:spcPct val="115000"/>
              </a:lnSpc>
              <a:spcBef>
                <a:spcPts val="0"/>
              </a:spcBef>
              <a:spcAft>
                <a:spcPts val="0"/>
              </a:spcAft>
              <a:buClr>
                <a:schemeClr val="dk1"/>
              </a:buClr>
              <a:buSzPts val="1100"/>
              <a:buFont typeface="Arial"/>
              <a:buNone/>
            </a:pPr>
            <a:r>
              <a:t/>
            </a:r>
            <a:endParaRPr sz="2250"/>
          </a:p>
          <a:p>
            <a:pPr indent="-457200" lvl="0" marL="457200" rtl="0" algn="l">
              <a:lnSpc>
                <a:spcPct val="115000"/>
              </a:lnSpc>
              <a:spcBef>
                <a:spcPts val="0"/>
              </a:spcBef>
              <a:spcAft>
                <a:spcPts val="0"/>
              </a:spcAft>
              <a:buClr>
                <a:schemeClr val="dk1"/>
              </a:buClr>
              <a:buSzPts val="1100"/>
              <a:buFont typeface="Arial"/>
              <a:buNone/>
            </a:pPr>
            <a:r>
              <a:rPr lang="en-US" sz="2250"/>
              <a:t>Wang, X., Dang, T., Zhang, X., Kostakos, V., Witbrock, J. M., Jia, H. (2025). HealthSLM-Bench: Benchmarking small language models for mobile and wearable healthcare monitoring. </a:t>
            </a:r>
            <a:r>
              <a:rPr i="1" lang="en-US" sz="2250"/>
              <a:t>arXiv</a:t>
            </a:r>
            <a:r>
              <a:rPr lang="en-US" sz="2250"/>
              <a:t>. https://doi.org/10.48550/arXiv.2509.07260</a:t>
            </a:r>
            <a:endParaRPr sz="2250"/>
          </a:p>
          <a:p>
            <a:pPr indent="-457200" lvl="0" marL="457200" rtl="0" algn="l">
              <a:lnSpc>
                <a:spcPct val="115000"/>
              </a:lnSpc>
              <a:spcBef>
                <a:spcPts val="0"/>
              </a:spcBef>
              <a:spcAft>
                <a:spcPts val="0"/>
              </a:spcAft>
              <a:buClr>
                <a:schemeClr val="dk1"/>
              </a:buClr>
              <a:buSzPts val="1100"/>
              <a:buFont typeface="Arial"/>
              <a:buNone/>
            </a:pPr>
            <a:r>
              <a:t/>
            </a:r>
            <a:endParaRPr sz="2250"/>
          </a:p>
          <a:p>
            <a:pPr indent="-457200" lvl="0" marL="457200" rtl="0" algn="l">
              <a:lnSpc>
                <a:spcPct val="115000"/>
              </a:lnSpc>
              <a:spcBef>
                <a:spcPts val="0"/>
              </a:spcBef>
              <a:spcAft>
                <a:spcPts val="0"/>
              </a:spcAft>
              <a:buClr>
                <a:schemeClr val="dk1"/>
              </a:buClr>
              <a:buSzPts val="1100"/>
              <a:buFont typeface="Arial"/>
              <a:buNone/>
            </a:pPr>
            <a:r>
              <a:rPr lang="en-US" sz="2250"/>
              <a:t>Violos, J., Diamanti, K., Kompatsiaris, I., Papadopoulos, S. (2025) Frugal Machine Learning for Energy-efficient, and Resource-aware Artificial Intelligence. </a:t>
            </a:r>
            <a:r>
              <a:rPr i="1" lang="en-US" sz="2250"/>
              <a:t>arXiv</a:t>
            </a:r>
            <a:r>
              <a:rPr lang="en-US" sz="2250"/>
              <a:t>. https://doi.org/10.48550/arXiv.2506.01869</a:t>
            </a:r>
            <a:endParaRPr sz="2250"/>
          </a:p>
          <a:p>
            <a:pPr indent="-457200" lvl="0" marL="457200" rtl="0" algn="l">
              <a:lnSpc>
                <a:spcPct val="115000"/>
              </a:lnSpc>
              <a:spcBef>
                <a:spcPts val="0"/>
              </a:spcBef>
              <a:spcAft>
                <a:spcPts val="0"/>
              </a:spcAft>
              <a:buClr>
                <a:schemeClr val="dk1"/>
              </a:buClr>
              <a:buSzPts val="1100"/>
              <a:buFont typeface="Arial"/>
              <a:buNone/>
            </a:pPr>
            <a:r>
              <a:t/>
            </a:r>
            <a:endParaRPr sz="2250"/>
          </a:p>
          <a:p>
            <a:pPr indent="-457200" lvl="0" marL="457200" rtl="0" algn="l">
              <a:lnSpc>
                <a:spcPct val="115000"/>
              </a:lnSpc>
              <a:spcBef>
                <a:spcPts val="0"/>
              </a:spcBef>
              <a:spcAft>
                <a:spcPts val="0"/>
              </a:spcAft>
              <a:buClr>
                <a:schemeClr val="dk1"/>
              </a:buClr>
              <a:buSzPts val="1100"/>
              <a:buFont typeface="Arial"/>
              <a:buNone/>
            </a:pPr>
            <a:r>
              <a:rPr lang="en-US" sz="2250"/>
              <a:t>Emilio, F. (2024) Large Language Models for Wearable Sensor-Based Human Activity Recognition, Health Monitoring, and Behavioral Modeling: A Survey of Early Trends, Datasets, and Challenges. </a:t>
            </a:r>
            <a:r>
              <a:rPr i="1" lang="en-US" sz="2250"/>
              <a:t>arXiv</a:t>
            </a:r>
            <a:r>
              <a:rPr lang="en-US" sz="2250"/>
              <a:t>. https://doi.org/10.48550/arXiv.2407.07196 </a:t>
            </a:r>
            <a:endParaRPr sz="2250"/>
          </a:p>
          <a:p>
            <a:pPr indent="0" lvl="0" marL="0" marR="0" rtl="0" algn="l">
              <a:spcBef>
                <a:spcPts val="0"/>
              </a:spcBef>
              <a:spcAft>
                <a:spcPts val="0"/>
              </a:spcAft>
              <a:buNone/>
            </a:pPr>
            <a:r>
              <a:t/>
            </a:r>
            <a:endParaRPr b="0" i="0" sz="2987" u="none" cap="none" strike="noStrike">
              <a:solidFill>
                <a:schemeClr val="dk1"/>
              </a:solidFill>
              <a:latin typeface="Arial Narrow"/>
              <a:ea typeface="Arial Narrow"/>
              <a:cs typeface="Arial Narrow"/>
              <a:sym typeface="Arial Narrow"/>
            </a:endParaRPr>
          </a:p>
        </p:txBody>
      </p:sp>
      <p:sp>
        <p:nvSpPr>
          <p:cNvPr id="152" name="Google Shape;152;p1"/>
          <p:cNvSpPr txBox="1"/>
          <p:nvPr/>
        </p:nvSpPr>
        <p:spPr>
          <a:xfrm>
            <a:off x="22447001" y="6379455"/>
            <a:ext cx="9342300" cy="9519600"/>
          </a:xfrm>
          <a:prstGeom prst="rect">
            <a:avLst/>
          </a:prstGeom>
          <a:noFill/>
          <a:ln>
            <a:noFill/>
          </a:ln>
        </p:spPr>
        <p:txBody>
          <a:bodyPr anchorCtr="0" anchor="t" bIns="406375" lIns="406375" spcFirstLastPara="1" rIns="406375" wrap="square" tIns="406375">
            <a:spAutoFit/>
          </a:bodyPr>
          <a:lstStyle/>
          <a:p>
            <a:pPr indent="0" lvl="0" marL="0" rtl="0" algn="l">
              <a:lnSpc>
                <a:spcPct val="115000"/>
              </a:lnSpc>
              <a:spcBef>
                <a:spcPts val="1200"/>
              </a:spcBef>
              <a:spcAft>
                <a:spcPts val="0"/>
              </a:spcAft>
              <a:buSzPts val="1100"/>
              <a:buNone/>
            </a:pPr>
            <a:r>
              <a:rPr lang="en-US" sz="2987">
                <a:solidFill>
                  <a:schemeClr val="dk1"/>
                </a:solidFill>
                <a:latin typeface="Arial Narrow"/>
                <a:ea typeface="Arial Narrow"/>
                <a:cs typeface="Arial Narrow"/>
                <a:sym typeface="Arial Narrow"/>
              </a:rPr>
              <a:t>The AI recommendation system was evaluated using different user profiles with varying fitness goals, activity levels, and dietary preferences. The results show that the AI generates context aware and personalized outputs rather than generic plans. For example, users with different goals such as weight loss or muscle gain received distinct workout structures and nutritional suggestions. This indicates that the system effectively incorporates user specific attributes into the recommendation process.</a:t>
            </a:r>
            <a:endParaRPr sz="2987">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Clr>
                <a:schemeClr val="dk1"/>
              </a:buClr>
              <a:buSzPts val="1100"/>
              <a:buFont typeface="Arial"/>
              <a:buNone/>
            </a:pPr>
            <a:r>
              <a:rPr lang="en-US" sz="2987">
                <a:solidFill>
                  <a:schemeClr val="dk1"/>
                </a:solidFill>
                <a:latin typeface="Arial Narrow"/>
                <a:ea typeface="Arial Narrow"/>
                <a:cs typeface="Arial Narrow"/>
                <a:sym typeface="Arial Narrow"/>
              </a:rPr>
              <a:t>The conversational AI coach was tested for relevance and usability. It was able to respond to user queries related to fitness, nutrition, and progress tracking using context from stored user data. This improves the overall user experience by allowing users to interact with the system in a natural and flexible way instead of relying solely on static dashboards. </a:t>
            </a:r>
            <a:endParaRPr sz="2987">
              <a:solidFill>
                <a:schemeClr val="dk1"/>
              </a:solidFill>
              <a:latin typeface="Arial Narrow"/>
              <a:ea typeface="Arial Narrow"/>
              <a:cs typeface="Arial Narrow"/>
              <a:sym typeface="Arial Narrow"/>
            </a:endParaRPr>
          </a:p>
          <a:p>
            <a:pPr indent="0" lvl="0" marL="0" marR="0" rtl="0" algn="l">
              <a:spcBef>
                <a:spcPts val="1200"/>
              </a:spcBef>
              <a:spcAft>
                <a:spcPts val="0"/>
              </a:spcAft>
              <a:buNone/>
            </a:pPr>
            <a:r>
              <a:t/>
            </a:r>
            <a:endParaRPr sz="2987">
              <a:solidFill>
                <a:schemeClr val="dk1"/>
              </a:solidFill>
              <a:latin typeface="Arial Narrow"/>
              <a:ea typeface="Arial Narrow"/>
              <a:cs typeface="Arial Narrow"/>
              <a:sym typeface="Arial Narrow"/>
            </a:endParaRPr>
          </a:p>
        </p:txBody>
      </p:sp>
      <p:sp>
        <p:nvSpPr>
          <p:cNvPr id="153" name="Google Shape;153;p1"/>
          <p:cNvSpPr/>
          <p:nvPr/>
        </p:nvSpPr>
        <p:spPr>
          <a:xfrm>
            <a:off x="11510433" y="674666"/>
            <a:ext cx="20747567" cy="2002406"/>
          </a:xfrm>
          <a:prstGeom prst="rect">
            <a:avLst/>
          </a:prstGeom>
          <a:noFill/>
          <a:ln>
            <a:noFill/>
          </a:ln>
        </p:spPr>
        <p:txBody>
          <a:bodyPr anchorCtr="0" anchor="t" bIns="40525" lIns="81100" spcFirstLastPara="1" rIns="81100" wrap="square" tIns="40525">
            <a:spAutoFit/>
          </a:bodyPr>
          <a:lstStyle/>
          <a:p>
            <a:pPr indent="0" lvl="0" marL="0" marR="0" rtl="0" algn="ctr">
              <a:spcBef>
                <a:spcPts val="0"/>
              </a:spcBef>
              <a:spcAft>
                <a:spcPts val="0"/>
              </a:spcAft>
              <a:buNone/>
            </a:pPr>
            <a:r>
              <a:rPr b="1" lang="en-US" sz="7680">
                <a:solidFill>
                  <a:srgbClr val="FFFFFF"/>
                </a:solidFill>
              </a:rPr>
              <a:t>Health AI</a:t>
            </a:r>
            <a:endParaRPr/>
          </a:p>
          <a:p>
            <a:pPr indent="0" lvl="0" marL="0" marR="0" rtl="0" algn="ctr">
              <a:spcBef>
                <a:spcPts val="0"/>
              </a:spcBef>
              <a:spcAft>
                <a:spcPts val="0"/>
              </a:spcAft>
              <a:buNone/>
            </a:pPr>
            <a:r>
              <a:rPr b="1" i="0" lang="en-US" sz="4800" u="none" cap="none" strike="noStrike">
                <a:solidFill>
                  <a:srgbClr val="FFFFFF"/>
                </a:solidFill>
                <a:latin typeface="Arial"/>
                <a:ea typeface="Arial"/>
                <a:cs typeface="Arial"/>
                <a:sym typeface="Arial"/>
              </a:rPr>
              <a:t>Project Advisor: </a:t>
            </a:r>
            <a:r>
              <a:rPr b="1" lang="en-US" sz="4800">
                <a:solidFill>
                  <a:srgbClr val="FFFFFF"/>
                </a:solidFill>
              </a:rPr>
              <a:t>Vijay Eranti</a:t>
            </a:r>
            <a:endParaRPr b="1" i="0" sz="4800" u="none" cap="none" strike="noStrike">
              <a:solidFill>
                <a:srgbClr val="FFFFFF"/>
              </a:solidFill>
              <a:latin typeface="Arial"/>
              <a:ea typeface="Arial"/>
              <a:cs typeface="Arial"/>
              <a:sym typeface="Arial"/>
            </a:endParaRPr>
          </a:p>
        </p:txBody>
      </p:sp>
      <p:sp>
        <p:nvSpPr>
          <p:cNvPr id="154" name="Google Shape;154;p1"/>
          <p:cNvSpPr txBox="1"/>
          <p:nvPr/>
        </p:nvSpPr>
        <p:spPr>
          <a:xfrm>
            <a:off x="1371598" y="6185159"/>
            <a:ext cx="8873100" cy="4764600"/>
          </a:xfrm>
          <a:prstGeom prst="rect">
            <a:avLst/>
          </a:prstGeom>
          <a:noFill/>
          <a:ln>
            <a:noFill/>
          </a:ln>
        </p:spPr>
        <p:txBody>
          <a:bodyPr anchorCtr="0" anchor="t" bIns="406375" lIns="406375" spcFirstLastPara="1" rIns="406375" wrap="square" tIns="406375">
            <a:spAutoFit/>
          </a:bodyPr>
          <a:lstStyle/>
          <a:p>
            <a:pPr indent="0" lvl="0" marL="0" rtl="0" algn="l">
              <a:lnSpc>
                <a:spcPct val="115000"/>
              </a:lnSpc>
              <a:spcBef>
                <a:spcPts val="1200"/>
              </a:spcBef>
              <a:spcAft>
                <a:spcPts val="0"/>
              </a:spcAft>
              <a:buClr>
                <a:schemeClr val="dk1"/>
              </a:buClr>
              <a:buSzPts val="1100"/>
              <a:buFont typeface="Arial"/>
              <a:buNone/>
            </a:pPr>
            <a:r>
              <a:rPr lang="en-US" sz="2950">
                <a:solidFill>
                  <a:schemeClr val="dk1"/>
                </a:solidFill>
              </a:rPr>
              <a:t>HealthAI is an AI-powered web app that helps users understand and manage their health data more effectively. With the rise of wearables, people generate large amounts of data (steps, calories, sleep, heart rate), but most apps present it in ways that are hard to interpret.</a:t>
            </a:r>
            <a:endParaRPr sz="2950">
              <a:solidFill>
                <a:schemeClr val="dk1"/>
              </a:solidFill>
            </a:endParaRPr>
          </a:p>
          <a:p>
            <a:pPr indent="0" lvl="0" marL="0" marR="0" rtl="0" algn="l">
              <a:spcBef>
                <a:spcPts val="1200"/>
              </a:spcBef>
              <a:spcAft>
                <a:spcPts val="0"/>
              </a:spcAft>
              <a:buClr>
                <a:srgbClr val="000000"/>
              </a:buClr>
              <a:buFont typeface="Arial"/>
              <a:buNone/>
            </a:pPr>
            <a:r>
              <a:t/>
            </a:r>
            <a:endParaRPr sz="2987">
              <a:solidFill>
                <a:schemeClr val="dk1"/>
              </a:solidFill>
              <a:latin typeface="Arial Narrow"/>
              <a:ea typeface="Arial Narrow"/>
              <a:cs typeface="Arial Narrow"/>
              <a:sym typeface="Arial Narrow"/>
            </a:endParaRPr>
          </a:p>
          <a:p>
            <a:pPr indent="0" lvl="0" marL="0" marR="0" rtl="0" algn="l">
              <a:spcBef>
                <a:spcPts val="0"/>
              </a:spcBef>
              <a:spcAft>
                <a:spcPts val="0"/>
              </a:spcAft>
              <a:buNone/>
            </a:pPr>
            <a:r>
              <a:t/>
            </a:r>
            <a:endParaRPr b="0" i="0" sz="1280" u="none" cap="none" strike="noStrike">
              <a:solidFill>
                <a:schemeClr val="dk1"/>
              </a:solidFill>
              <a:latin typeface="Arial Narrow"/>
              <a:ea typeface="Arial Narrow"/>
              <a:cs typeface="Arial Narrow"/>
              <a:sym typeface="Arial Narrow"/>
            </a:endParaRPr>
          </a:p>
        </p:txBody>
      </p:sp>
      <p:sp>
        <p:nvSpPr>
          <p:cNvPr id="155" name="Google Shape;155;p1"/>
          <p:cNvSpPr txBox="1"/>
          <p:nvPr/>
        </p:nvSpPr>
        <p:spPr>
          <a:xfrm>
            <a:off x="698502" y="18515803"/>
            <a:ext cx="9969500"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Methodology</a:t>
            </a:r>
            <a:endParaRPr/>
          </a:p>
        </p:txBody>
      </p:sp>
      <p:sp>
        <p:nvSpPr>
          <p:cNvPr id="156" name="Google Shape;156;p1"/>
          <p:cNvSpPr txBox="1"/>
          <p:nvPr/>
        </p:nvSpPr>
        <p:spPr>
          <a:xfrm>
            <a:off x="11510433" y="5678437"/>
            <a:ext cx="20747700" cy="525000"/>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Analysis and Results</a:t>
            </a:r>
            <a:endParaRPr/>
          </a:p>
        </p:txBody>
      </p:sp>
      <p:sp>
        <p:nvSpPr>
          <p:cNvPr id="157" name="Google Shape;157;p1"/>
          <p:cNvSpPr txBox="1"/>
          <p:nvPr/>
        </p:nvSpPr>
        <p:spPr>
          <a:xfrm>
            <a:off x="33077152" y="11904133"/>
            <a:ext cx="9975849"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Summary/Conclusions</a:t>
            </a:r>
            <a:endParaRPr/>
          </a:p>
        </p:txBody>
      </p:sp>
      <p:sp>
        <p:nvSpPr>
          <p:cNvPr id="158" name="Google Shape;158;p1"/>
          <p:cNvSpPr txBox="1"/>
          <p:nvPr/>
        </p:nvSpPr>
        <p:spPr>
          <a:xfrm>
            <a:off x="33077152" y="17520921"/>
            <a:ext cx="9975849"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Key References</a:t>
            </a:r>
            <a:endParaRPr/>
          </a:p>
        </p:txBody>
      </p:sp>
      <p:sp>
        <p:nvSpPr>
          <p:cNvPr id="159" name="Google Shape;159;p1"/>
          <p:cNvSpPr txBox="1"/>
          <p:nvPr/>
        </p:nvSpPr>
        <p:spPr>
          <a:xfrm>
            <a:off x="33077152" y="26646825"/>
            <a:ext cx="9975900" cy="525300"/>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Acknowledgements</a:t>
            </a:r>
            <a:endParaRPr/>
          </a:p>
        </p:txBody>
      </p:sp>
      <p:sp>
        <p:nvSpPr>
          <p:cNvPr id="160" name="Google Shape;160;p1"/>
          <p:cNvSpPr txBox="1"/>
          <p:nvPr/>
        </p:nvSpPr>
        <p:spPr>
          <a:xfrm>
            <a:off x="33628540" y="12814491"/>
            <a:ext cx="8873100" cy="4761000"/>
          </a:xfrm>
          <a:prstGeom prst="rect">
            <a:avLst/>
          </a:prstGeom>
          <a:noFill/>
          <a:ln>
            <a:noFill/>
          </a:ln>
        </p:spPr>
        <p:txBody>
          <a:bodyPr anchorCtr="0" anchor="t" bIns="406375" lIns="406375" spcFirstLastPara="1" rIns="406375" wrap="square" tIns="406375">
            <a:spAutoFit/>
          </a:bodyPr>
          <a:lstStyle/>
          <a:p>
            <a:pPr indent="0" lvl="0" marL="0" rtl="0" algn="l">
              <a:lnSpc>
                <a:spcPct val="115000"/>
              </a:lnSpc>
              <a:spcBef>
                <a:spcPts val="1200"/>
              </a:spcBef>
              <a:spcAft>
                <a:spcPts val="0"/>
              </a:spcAft>
              <a:buClr>
                <a:schemeClr val="dk1"/>
              </a:buClr>
              <a:buSzPts val="1100"/>
              <a:buFont typeface="Arial"/>
              <a:buNone/>
            </a:pPr>
            <a:r>
              <a:rPr lang="en-US" sz="2987">
                <a:solidFill>
                  <a:schemeClr val="dk1"/>
                </a:solidFill>
                <a:latin typeface="Arial Narrow"/>
                <a:ea typeface="Arial Narrow"/>
                <a:cs typeface="Arial Narrow"/>
                <a:sym typeface="Arial Narrow"/>
              </a:rPr>
              <a:t>HealthAI is an AI-powered health and fitness application that combines data tracking, visualization, and personalized recommendations into one platform.</a:t>
            </a:r>
            <a:endParaRPr sz="2987">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Clr>
                <a:schemeClr val="dk1"/>
              </a:buClr>
              <a:buSzPts val="1100"/>
              <a:buFont typeface="Arial"/>
              <a:buNone/>
            </a:pPr>
            <a:r>
              <a:rPr lang="en-US" sz="2987">
                <a:solidFill>
                  <a:schemeClr val="dk1"/>
                </a:solidFill>
                <a:latin typeface="Arial Narrow"/>
                <a:ea typeface="Arial Narrow"/>
                <a:cs typeface="Arial Narrow"/>
                <a:sym typeface="Arial Narrow"/>
              </a:rPr>
              <a:t>It helps users understand their health data more clearly and make better decisions to improve their daily habits and overall wellness.</a:t>
            </a:r>
            <a:endParaRPr sz="2987">
              <a:solidFill>
                <a:schemeClr val="dk1"/>
              </a:solidFill>
              <a:latin typeface="Arial Narrow"/>
              <a:ea typeface="Arial Narrow"/>
              <a:cs typeface="Arial Narrow"/>
              <a:sym typeface="Arial Narrow"/>
            </a:endParaRPr>
          </a:p>
          <a:p>
            <a:pPr indent="0" lvl="0" marL="0" marR="0" rtl="0" algn="l">
              <a:spcBef>
                <a:spcPts val="1200"/>
              </a:spcBef>
              <a:spcAft>
                <a:spcPts val="0"/>
              </a:spcAft>
              <a:buNone/>
            </a:pPr>
            <a:r>
              <a:t/>
            </a:r>
            <a:endParaRPr sz="2987">
              <a:solidFill>
                <a:schemeClr val="dk1"/>
              </a:solidFill>
              <a:latin typeface="Arial Narrow"/>
              <a:ea typeface="Arial Narrow"/>
              <a:cs typeface="Arial Narrow"/>
              <a:sym typeface="Arial Narrow"/>
            </a:endParaRPr>
          </a:p>
        </p:txBody>
      </p:sp>
      <p:graphicFrame>
        <p:nvGraphicFramePr>
          <p:cNvPr id="161" name="Google Shape;161;p1"/>
          <p:cNvGraphicFramePr/>
          <p:nvPr/>
        </p:nvGraphicFramePr>
        <p:xfrm>
          <a:off x="33561867" y="26959562"/>
          <a:ext cx="3000000" cy="3000000"/>
        </p:xfrm>
        <a:graphic>
          <a:graphicData uri="http://schemas.openxmlformats.org/drawingml/2006/table">
            <a:tbl>
              <a:tblPr>
                <a:noFill/>
                <a:tableStyleId>{4B196758-3DDA-455D-A51B-D38BA1C3C958}</a:tableStyleId>
              </a:tblPr>
              <a:tblGrid>
                <a:gridCol w="4480275"/>
                <a:gridCol w="4392800"/>
              </a:tblGrid>
              <a:tr h="3616950">
                <a:tc gridSpan="2">
                  <a:txBody>
                    <a:bodyPr/>
                    <a:lstStyle/>
                    <a:p>
                      <a:pPr indent="0" lvl="0" marL="0" marR="0" rtl="0" algn="l">
                        <a:spcBef>
                          <a:spcPts val="0"/>
                        </a:spcBef>
                        <a:spcAft>
                          <a:spcPts val="0"/>
                        </a:spcAft>
                        <a:buNone/>
                      </a:pPr>
                      <a:r>
                        <a:t/>
                      </a:r>
                      <a:endParaRPr sz="2800" u="none" cap="none" strike="noStrike"/>
                    </a:p>
                    <a:p>
                      <a:pPr indent="0" lvl="0" marL="0" rtl="0" algn="l">
                        <a:lnSpc>
                          <a:spcPct val="200000"/>
                        </a:lnSpc>
                        <a:spcBef>
                          <a:spcPts val="0"/>
                        </a:spcBef>
                        <a:spcAft>
                          <a:spcPts val="0"/>
                        </a:spcAft>
                        <a:buSzPts val="1100"/>
                        <a:buNone/>
                      </a:pPr>
                      <a:r>
                        <a:rPr lang="en-US" sz="2900">
                          <a:solidFill>
                            <a:schemeClr val="dk1"/>
                          </a:solidFill>
                        </a:rPr>
                        <a:t>The authors appreciate and express their gratitude towards Professor Vijay and Dan Harkey for providing assistance in this project.</a:t>
                      </a:r>
                      <a:endParaRPr sz="4600" u="none" cap="none" strike="noStrike">
                        <a:solidFill>
                          <a:schemeClr val="dk1"/>
                        </a:solidFill>
                      </a:endParaRPr>
                    </a:p>
                  </a:txBody>
                  <a:tcPr marT="243850" marB="243850" marR="243850" marL="4064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1111700">
                <a:tc>
                  <a:txBody>
                    <a:bodyPr/>
                    <a:lstStyle/>
                    <a:p>
                      <a:pPr indent="0" lvl="0" marL="0" marR="0" rtl="0" algn="l">
                        <a:lnSpc>
                          <a:spcPct val="100000"/>
                        </a:lnSpc>
                        <a:spcBef>
                          <a:spcPts val="0"/>
                        </a:spcBef>
                        <a:spcAft>
                          <a:spcPts val="0"/>
                        </a:spcAft>
                        <a:buClr>
                          <a:schemeClr val="dk1"/>
                        </a:buClr>
                        <a:buSzPts val="2900"/>
                        <a:buFont typeface="Arial"/>
                        <a:buNone/>
                      </a:pPr>
                      <a:r>
                        <a:t/>
                      </a:r>
                      <a:endParaRPr sz="2900" u="none" cap="none" strike="noStrike">
                        <a:solidFill>
                          <a:schemeClr val="dk1"/>
                        </a:solidFill>
                        <a:latin typeface="Arial Narrow"/>
                        <a:ea typeface="Arial Narrow"/>
                        <a:cs typeface="Arial Narrow"/>
                        <a:sym typeface="Arial Narrow"/>
                      </a:endParaRPr>
                    </a:p>
                  </a:txBody>
                  <a:tcPr marT="243850" marB="243850" marR="243850" marL="4064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900"/>
                        <a:buFont typeface="Arial"/>
                        <a:buNone/>
                      </a:pPr>
                      <a:r>
                        <a:t/>
                      </a:r>
                      <a:endParaRPr sz="2900" u="none" cap="none" strike="noStrike">
                        <a:solidFill>
                          <a:schemeClr val="dk1"/>
                        </a:solidFill>
                        <a:latin typeface="Arial Narrow"/>
                        <a:ea typeface="Arial Narrow"/>
                        <a:cs typeface="Arial Narrow"/>
                        <a:sym typeface="Arial Narrow"/>
                      </a:endParaRPr>
                    </a:p>
                  </a:txBody>
                  <a:tcPr marT="243850" marB="243850" marR="243850" marL="4064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62" name="Google Shape;162;p1"/>
          <p:cNvSpPr txBox="1"/>
          <p:nvPr/>
        </p:nvSpPr>
        <p:spPr>
          <a:xfrm>
            <a:off x="1246703" y="13430349"/>
            <a:ext cx="8873100" cy="4957500"/>
          </a:xfrm>
          <a:prstGeom prst="rect">
            <a:avLst/>
          </a:prstGeom>
          <a:noFill/>
          <a:ln>
            <a:noFill/>
          </a:ln>
        </p:spPr>
        <p:txBody>
          <a:bodyPr anchorCtr="0" anchor="t" bIns="406375" lIns="406375" spcFirstLastPara="1" rIns="406375" wrap="square" tIns="406375">
            <a:spAutoFit/>
          </a:bodyPr>
          <a:lstStyle/>
          <a:p>
            <a:pPr indent="-365125" lvl="0" marL="457200" rtl="0" algn="l">
              <a:lnSpc>
                <a:spcPct val="115000"/>
              </a:lnSpc>
              <a:spcBef>
                <a:spcPts val="1200"/>
              </a:spcBef>
              <a:spcAft>
                <a:spcPts val="0"/>
              </a:spcAft>
              <a:buClr>
                <a:srgbClr val="333333"/>
              </a:buClr>
              <a:buSzPts val="2150"/>
              <a:buChar char="•"/>
            </a:pPr>
            <a:r>
              <a:rPr lang="en-US" sz="2150">
                <a:solidFill>
                  <a:schemeClr val="dk1"/>
                </a:solidFill>
              </a:rPr>
              <a:t>HealthAI solves this by combining health tracking, artificial intelligence, and interactive visuals into one platform. Users can log metrics, track workouts, monitor nutrition, and set personalized goals.</a:t>
            </a:r>
            <a:endParaRPr sz="2150">
              <a:solidFill>
                <a:schemeClr val="dk1"/>
              </a:solidFill>
            </a:endParaRPr>
          </a:p>
          <a:p>
            <a:pPr indent="-365125" lvl="0" marL="457200" rtl="0" algn="l">
              <a:lnSpc>
                <a:spcPct val="115000"/>
              </a:lnSpc>
              <a:spcBef>
                <a:spcPts val="0"/>
              </a:spcBef>
              <a:spcAft>
                <a:spcPts val="0"/>
              </a:spcAft>
              <a:buClr>
                <a:srgbClr val="333333"/>
              </a:buClr>
              <a:buSzPts val="2150"/>
              <a:buChar char="•"/>
            </a:pPr>
            <a:r>
              <a:rPr lang="en-US" sz="2150">
                <a:solidFill>
                  <a:schemeClr val="dk1"/>
                </a:solidFill>
              </a:rPr>
              <a:t>Unlike traditional apps, HealthAI provides </a:t>
            </a:r>
            <a:r>
              <a:rPr b="1" lang="en-US" sz="2150">
                <a:solidFill>
                  <a:schemeClr val="dk1"/>
                </a:solidFill>
              </a:rPr>
              <a:t>personalized, AI-driven recommendations</a:t>
            </a:r>
            <a:r>
              <a:rPr lang="en-US" sz="2150">
                <a:solidFill>
                  <a:schemeClr val="dk1"/>
                </a:solidFill>
              </a:rPr>
              <a:t> based on individual factors like fitness goals, age, and lifestyle. It also includes a </a:t>
            </a:r>
            <a:r>
              <a:rPr b="1" lang="en-US" sz="2150">
                <a:solidFill>
                  <a:schemeClr val="dk1"/>
                </a:solidFill>
              </a:rPr>
              <a:t>conversational AI coach</a:t>
            </a:r>
            <a:r>
              <a:rPr lang="en-US" sz="2150">
                <a:solidFill>
                  <a:schemeClr val="dk1"/>
                </a:solidFill>
              </a:rPr>
              <a:t> for real-time guidance.</a:t>
            </a:r>
            <a:endParaRPr sz="2150">
              <a:solidFill>
                <a:schemeClr val="dk1"/>
              </a:solidFill>
            </a:endParaRPr>
          </a:p>
          <a:p>
            <a:pPr indent="-365125" lvl="0" marL="457200" rtl="0" algn="l">
              <a:lnSpc>
                <a:spcPct val="115000"/>
              </a:lnSpc>
              <a:spcBef>
                <a:spcPts val="0"/>
              </a:spcBef>
              <a:spcAft>
                <a:spcPts val="0"/>
              </a:spcAft>
              <a:buClr>
                <a:srgbClr val="333333"/>
              </a:buClr>
              <a:buSzPts val="2150"/>
              <a:buChar char="•"/>
            </a:pPr>
            <a:r>
              <a:rPr b="1" lang="en-US" sz="2150">
                <a:solidFill>
                  <a:schemeClr val="dk1"/>
                </a:solidFill>
              </a:rPr>
              <a:t>Goal:</a:t>
            </a:r>
            <a:r>
              <a:rPr lang="en-US" sz="2150">
                <a:solidFill>
                  <a:schemeClr val="dk1"/>
                </a:solidFill>
              </a:rPr>
              <a:t> Turn raw health data into actionable insights to improve decision-making, boost engagement, and support long-term healthy habits.</a:t>
            </a:r>
            <a:endParaRPr sz="2150">
              <a:solidFill>
                <a:srgbClr val="333333"/>
              </a:solidFill>
              <a:latin typeface="Arial Narrow"/>
              <a:ea typeface="Arial Narrow"/>
              <a:cs typeface="Arial Narrow"/>
              <a:sym typeface="Arial Narrow"/>
            </a:endParaRPr>
          </a:p>
        </p:txBody>
      </p:sp>
      <p:sp>
        <p:nvSpPr>
          <p:cNvPr id="163" name="Google Shape;163;p1"/>
          <p:cNvSpPr txBox="1"/>
          <p:nvPr/>
        </p:nvSpPr>
        <p:spPr>
          <a:xfrm>
            <a:off x="1371600" y="19066103"/>
            <a:ext cx="8873100" cy="7926000"/>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lang="en-US" sz="2800">
                <a:solidFill>
                  <a:schemeClr val="dk1"/>
                </a:solidFill>
                <a:latin typeface="Arial Narrow"/>
                <a:ea typeface="Arial Narrow"/>
                <a:cs typeface="Arial Narrow"/>
                <a:sym typeface="Arial Narrow"/>
              </a:rPr>
              <a:t>The system is designed using a full-stack architecture consisting of a frontend, backend, database, and AI service integration. The frontend is built using React and TypeScript, providing a responsive interface for dashboards, logging, and visualization. The backend is implemented using FastAPI, which handles API requests, data processing, and communication with external AI services. </a:t>
            </a:r>
            <a:endParaRPr sz="2800"/>
          </a:p>
          <a:p>
            <a:pPr indent="-548626" lvl="0" marL="548626" marR="0" rtl="0" algn="just">
              <a:spcBef>
                <a:spcPts val="0"/>
              </a:spcBef>
              <a:spcAft>
                <a:spcPts val="0"/>
              </a:spcAft>
              <a:buNone/>
            </a:pPr>
            <a:r>
              <a:t/>
            </a:r>
            <a:endParaRPr b="0" i="0" sz="2987" u="none" cap="none" strike="noStrike">
              <a:solidFill>
                <a:schemeClr val="dk1"/>
              </a:solidFill>
              <a:latin typeface="Arial Narrow"/>
              <a:ea typeface="Arial Narrow"/>
              <a:cs typeface="Arial Narrow"/>
              <a:sym typeface="Arial Narrow"/>
            </a:endParaRPr>
          </a:p>
          <a:p>
            <a:pPr indent="-548626" lvl="0" marL="548626" marR="0" rtl="0" algn="ctr">
              <a:spcBef>
                <a:spcPts val="0"/>
              </a:spcBef>
              <a:spcAft>
                <a:spcPts val="0"/>
              </a:spcAft>
              <a:buNone/>
            </a:pPr>
            <a:r>
              <a:t/>
            </a:r>
            <a:endParaRPr b="0" i="0" sz="2133" u="none" cap="none" strike="noStrike">
              <a:solidFill>
                <a:schemeClr val="dk1"/>
              </a:solidFill>
              <a:latin typeface="Arial Narrow"/>
              <a:ea typeface="Arial Narrow"/>
              <a:cs typeface="Arial Narrow"/>
              <a:sym typeface="Arial Narrow"/>
            </a:endParaRPr>
          </a:p>
          <a:p>
            <a:pPr indent="-548626" lvl="0" marL="548626" marR="0" rtl="0" algn="ctr">
              <a:spcBef>
                <a:spcPts val="0"/>
              </a:spcBef>
              <a:spcAft>
                <a:spcPts val="0"/>
              </a:spcAft>
              <a:buNone/>
            </a:pPr>
            <a:r>
              <a:t/>
            </a:r>
            <a:endParaRPr b="0" i="0" sz="2133" u="none" cap="none" strike="noStrike">
              <a:solidFill>
                <a:schemeClr val="dk1"/>
              </a:solidFill>
              <a:latin typeface="Arial Narrow"/>
              <a:ea typeface="Arial Narrow"/>
              <a:cs typeface="Arial Narrow"/>
              <a:sym typeface="Arial Narrow"/>
            </a:endParaRPr>
          </a:p>
          <a:p>
            <a:pPr indent="-548626" lvl="0" marL="548626" marR="0" rtl="0" algn="ctr">
              <a:spcBef>
                <a:spcPts val="0"/>
              </a:spcBef>
              <a:spcAft>
                <a:spcPts val="0"/>
              </a:spcAft>
              <a:buNone/>
            </a:pPr>
            <a:r>
              <a:t/>
            </a:r>
            <a:endParaRPr b="0" i="0" sz="2133" u="none" cap="none" strike="noStrike">
              <a:solidFill>
                <a:schemeClr val="dk1"/>
              </a:solidFill>
              <a:latin typeface="Arial Narrow"/>
              <a:ea typeface="Arial Narrow"/>
              <a:cs typeface="Arial Narrow"/>
              <a:sym typeface="Arial Narrow"/>
            </a:endParaRPr>
          </a:p>
          <a:p>
            <a:pPr indent="-548626" lvl="0" marL="548626" marR="0" rtl="0" algn="ctr">
              <a:spcBef>
                <a:spcPts val="0"/>
              </a:spcBef>
              <a:spcAft>
                <a:spcPts val="0"/>
              </a:spcAft>
              <a:buNone/>
            </a:pPr>
            <a:r>
              <a:t/>
            </a:r>
            <a:endParaRPr b="0" i="0" sz="2133" u="none" cap="none" strike="noStrike">
              <a:solidFill>
                <a:schemeClr val="dk1"/>
              </a:solidFill>
              <a:latin typeface="Arial Narrow"/>
              <a:ea typeface="Arial Narrow"/>
              <a:cs typeface="Arial Narrow"/>
              <a:sym typeface="Arial Narrow"/>
            </a:endParaRPr>
          </a:p>
          <a:p>
            <a:pPr indent="-548626" lvl="0" marL="548626" marR="0" rtl="0" algn="ctr">
              <a:spcBef>
                <a:spcPts val="0"/>
              </a:spcBef>
              <a:spcAft>
                <a:spcPts val="0"/>
              </a:spcAft>
              <a:buNone/>
            </a:pPr>
            <a:r>
              <a:t/>
            </a:r>
            <a:endParaRPr b="0" i="0" sz="2133" u="none" cap="none" strike="noStrike">
              <a:solidFill>
                <a:schemeClr val="dk1"/>
              </a:solidFill>
              <a:latin typeface="Arial Narrow"/>
              <a:ea typeface="Arial Narrow"/>
              <a:cs typeface="Arial Narrow"/>
              <a:sym typeface="Arial Narrow"/>
            </a:endParaRPr>
          </a:p>
          <a:p>
            <a:pPr indent="-548626" lvl="0" marL="548626" marR="0" rtl="0" algn="ctr">
              <a:spcBef>
                <a:spcPts val="0"/>
              </a:spcBef>
              <a:spcAft>
                <a:spcPts val="0"/>
              </a:spcAft>
              <a:buNone/>
            </a:pPr>
            <a:r>
              <a:t/>
            </a:r>
            <a:endParaRPr b="0" i="0" sz="2133" u="none" cap="none" strike="noStrike">
              <a:solidFill>
                <a:schemeClr val="dk1"/>
              </a:solidFill>
              <a:latin typeface="Arial Narrow"/>
              <a:ea typeface="Arial Narrow"/>
              <a:cs typeface="Arial Narrow"/>
              <a:sym typeface="Arial Narrow"/>
            </a:endParaRPr>
          </a:p>
          <a:p>
            <a:pPr indent="-548626" lvl="0" marL="548626" marR="0" rtl="0" algn="l">
              <a:spcBef>
                <a:spcPts val="0"/>
              </a:spcBef>
              <a:spcAft>
                <a:spcPts val="0"/>
              </a:spcAft>
              <a:buNone/>
            </a:pPr>
            <a:r>
              <a:t/>
            </a:r>
            <a:endParaRPr b="0" i="0" sz="2133" u="none" cap="none" strike="noStrike">
              <a:solidFill>
                <a:schemeClr val="dk1"/>
              </a:solidFill>
              <a:latin typeface="Arial Narrow"/>
              <a:ea typeface="Arial Narrow"/>
              <a:cs typeface="Arial Narrow"/>
              <a:sym typeface="Arial Narrow"/>
            </a:endParaRPr>
          </a:p>
          <a:p>
            <a:pPr indent="-548626" lvl="0" marL="548626" marR="0" rtl="0" algn="just">
              <a:spcBef>
                <a:spcPts val="0"/>
              </a:spcBef>
              <a:spcAft>
                <a:spcPts val="0"/>
              </a:spcAft>
              <a:buNone/>
            </a:pPr>
            <a:r>
              <a:t/>
            </a:r>
            <a:endParaRPr b="0" i="0" sz="2987" u="none" cap="none" strike="noStrike">
              <a:solidFill>
                <a:schemeClr val="dk1"/>
              </a:solidFill>
              <a:latin typeface="Arial Narrow"/>
              <a:ea typeface="Arial Narrow"/>
              <a:cs typeface="Arial Narrow"/>
              <a:sym typeface="Arial Narrow"/>
            </a:endParaRPr>
          </a:p>
          <a:p>
            <a:pPr indent="-548626" lvl="0" marL="548626" marR="0" rtl="0" algn="just">
              <a:spcBef>
                <a:spcPts val="0"/>
              </a:spcBef>
              <a:spcAft>
                <a:spcPts val="0"/>
              </a:spcAft>
              <a:buNone/>
            </a:pPr>
            <a:r>
              <a:t/>
            </a:r>
            <a:endParaRPr b="0" i="0" sz="2987" u="none" cap="none" strike="noStrike">
              <a:solidFill>
                <a:schemeClr val="dk1"/>
              </a:solidFill>
              <a:latin typeface="Arial Narrow"/>
              <a:ea typeface="Arial Narrow"/>
              <a:cs typeface="Arial Narrow"/>
              <a:sym typeface="Arial Narrow"/>
            </a:endParaRPr>
          </a:p>
          <a:p>
            <a:pPr indent="-548626" lvl="0" marL="548626" marR="0" rtl="0" algn="l">
              <a:spcBef>
                <a:spcPts val="0"/>
              </a:spcBef>
              <a:spcAft>
                <a:spcPts val="0"/>
              </a:spcAft>
              <a:buNone/>
            </a:pPr>
            <a:r>
              <a:t/>
            </a:r>
            <a:endParaRPr b="1" i="0" sz="2667" u="none" cap="none" strike="noStrike">
              <a:solidFill>
                <a:schemeClr val="dk1"/>
              </a:solidFill>
              <a:latin typeface="Arial Narrow"/>
              <a:ea typeface="Arial Narrow"/>
              <a:cs typeface="Arial Narrow"/>
              <a:sym typeface="Arial Narrow"/>
            </a:endParaRPr>
          </a:p>
        </p:txBody>
      </p:sp>
      <p:sp>
        <p:nvSpPr>
          <p:cNvPr id="164" name="Google Shape;164;p1"/>
          <p:cNvSpPr txBox="1"/>
          <p:nvPr/>
        </p:nvSpPr>
        <p:spPr>
          <a:xfrm>
            <a:off x="12372064" y="6203518"/>
            <a:ext cx="9545700" cy="3395700"/>
          </a:xfrm>
          <a:prstGeom prst="rect">
            <a:avLst/>
          </a:prstGeom>
          <a:noFill/>
          <a:ln>
            <a:noFill/>
          </a:ln>
        </p:spPr>
        <p:txBody>
          <a:bodyPr anchorCtr="0" anchor="t" bIns="406375" lIns="406375" spcFirstLastPara="1" rIns="406375" wrap="square" tIns="406375">
            <a:spAutoFit/>
          </a:bodyPr>
          <a:lstStyle/>
          <a:p>
            <a:pPr indent="0" lvl="0" marL="0" rtl="0" algn="l">
              <a:lnSpc>
                <a:spcPct val="115000"/>
              </a:lnSpc>
              <a:spcBef>
                <a:spcPts val="1200"/>
              </a:spcBef>
              <a:spcAft>
                <a:spcPts val="1200"/>
              </a:spcAft>
              <a:buSzPts val="1100"/>
              <a:buNone/>
            </a:pPr>
            <a:r>
              <a:rPr lang="en-US" sz="2987">
                <a:solidFill>
                  <a:schemeClr val="dk1"/>
                </a:solidFill>
                <a:latin typeface="Arial Narrow"/>
                <a:ea typeface="Arial Narrow"/>
                <a:cs typeface="Arial Narrow"/>
                <a:sym typeface="Arial Narrow"/>
              </a:rPr>
              <a:t>The HealthAI system was evaluated based on usability, system responsiveness, and the effectiveness of AI generated outputs. The goal of the evaluation was to determine how well the system transforms raw user data into meaningful and actionable insights.</a:t>
            </a:r>
            <a:endParaRPr sz="2987">
              <a:solidFill>
                <a:schemeClr val="dk1"/>
              </a:solidFill>
              <a:latin typeface="Arial Narrow"/>
              <a:ea typeface="Arial Narrow"/>
              <a:cs typeface="Arial Narrow"/>
              <a:sym typeface="Arial Narrow"/>
            </a:endParaRPr>
          </a:p>
        </p:txBody>
      </p:sp>
      <p:sp>
        <p:nvSpPr>
          <p:cNvPr id="165" name="Google Shape;165;p1"/>
          <p:cNvSpPr txBox="1"/>
          <p:nvPr/>
        </p:nvSpPr>
        <p:spPr>
          <a:xfrm>
            <a:off x="1131122" y="27670353"/>
            <a:ext cx="8873100" cy="4576500"/>
          </a:xfrm>
          <a:prstGeom prst="rect">
            <a:avLst/>
          </a:prstGeom>
          <a:noFill/>
          <a:ln>
            <a:noFill/>
          </a:ln>
        </p:spPr>
        <p:txBody>
          <a:bodyPr anchorCtr="0" anchor="t" bIns="406375" lIns="406375" spcFirstLastPara="1" rIns="406375" wrap="square" tIns="406375">
            <a:spAutoFit/>
          </a:bodyPr>
          <a:lstStyle/>
          <a:p>
            <a:pPr indent="-457200" lvl="0" marL="457200" marR="0" rtl="0" algn="l">
              <a:spcBef>
                <a:spcPts val="2400"/>
              </a:spcBef>
              <a:spcAft>
                <a:spcPts val="0"/>
              </a:spcAft>
              <a:buClr>
                <a:srgbClr val="333333"/>
              </a:buClr>
              <a:buSzPts val="2800"/>
              <a:buFont typeface="Arial"/>
              <a:buChar char="•"/>
            </a:pPr>
            <a:r>
              <a:rPr lang="en-US" sz="2800">
                <a:solidFill>
                  <a:srgbClr val="333333"/>
                </a:solidFill>
                <a:latin typeface="Arial Narrow"/>
                <a:ea typeface="Arial Narrow"/>
                <a:cs typeface="Arial Narrow"/>
                <a:sym typeface="Arial Narrow"/>
              </a:rPr>
              <a:t>User data such as metrics, activities, and nutrition logs are stored in a relational SQLite database using SQLModel. The system processes this data to generate summaries and trends. </a:t>
            </a:r>
            <a:endParaRPr sz="2800">
              <a:solidFill>
                <a:srgbClr val="333333"/>
              </a:solidFill>
              <a:latin typeface="Arial Narrow"/>
              <a:ea typeface="Arial Narrow"/>
              <a:cs typeface="Arial Narrow"/>
              <a:sym typeface="Arial Narrow"/>
            </a:endParaRPr>
          </a:p>
          <a:p>
            <a:pPr indent="-457200" lvl="0" marL="457200" marR="0" rtl="0" algn="l">
              <a:spcBef>
                <a:spcPts val="2400"/>
              </a:spcBef>
              <a:spcAft>
                <a:spcPts val="0"/>
              </a:spcAft>
              <a:buClr>
                <a:srgbClr val="333333"/>
              </a:buClr>
              <a:buSzPts val="2800"/>
              <a:buFont typeface="Arial Narrow"/>
              <a:buChar char="•"/>
            </a:pPr>
            <a:r>
              <a:rPr lang="en-US" sz="2800">
                <a:solidFill>
                  <a:srgbClr val="333333"/>
                </a:solidFill>
                <a:latin typeface="Arial Narrow"/>
                <a:ea typeface="Arial Narrow"/>
                <a:cs typeface="Arial Narrow"/>
                <a:sym typeface="Arial Narrow"/>
              </a:rPr>
              <a:t>Artificial intelligence features are powered by the Claude API. The backend constructs prompts using user data and sends them to the AI model to generate personalized workout plans, nutrition advice, and chat responses. </a:t>
            </a:r>
            <a:endParaRPr sz="2800">
              <a:solidFill>
                <a:srgbClr val="333333"/>
              </a:solidFill>
              <a:latin typeface="Arial Narrow"/>
              <a:ea typeface="Arial Narrow"/>
              <a:cs typeface="Arial Narrow"/>
              <a:sym typeface="Arial Narrow"/>
            </a:endParaRPr>
          </a:p>
        </p:txBody>
      </p:sp>
      <p:sp>
        <p:nvSpPr>
          <p:cNvPr id="166" name="Google Shape;166;p1"/>
          <p:cNvSpPr txBox="1"/>
          <p:nvPr/>
        </p:nvSpPr>
        <p:spPr>
          <a:xfrm>
            <a:off x="12231375" y="18086313"/>
            <a:ext cx="9786600" cy="8262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SzPts val="1100"/>
              <a:buNone/>
            </a:pPr>
            <a:r>
              <a:rPr lang="en-US" sz="2987">
                <a:solidFill>
                  <a:schemeClr val="dk1"/>
                </a:solidFill>
                <a:latin typeface="Arial Narrow"/>
                <a:ea typeface="Arial Narrow"/>
                <a:cs typeface="Arial Narrow"/>
                <a:sym typeface="Arial Narrow"/>
              </a:rPr>
              <a:t>From a data perspective, the application successfully captures and organizes multiple types of health information, including daily metrics, activities, nutrition logs, and user defined goals. The dashboard aggregates this data into a centralized view, allowing users to quickly understand their current health status. Visualizations such as trend charts for steps, calories, and sleep provide a clear representation of progress over time, making it easier for users to identify patterns and maintain consistency.</a:t>
            </a:r>
            <a:endParaRPr sz="2987">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Clr>
                <a:schemeClr val="dk1"/>
              </a:buClr>
              <a:buSzPts val="1100"/>
              <a:buFont typeface="Arial"/>
              <a:buNone/>
            </a:pPr>
            <a:r>
              <a:rPr lang="en-US" sz="2987">
                <a:solidFill>
                  <a:schemeClr val="dk1"/>
                </a:solidFill>
                <a:latin typeface="Arial Narrow"/>
                <a:ea typeface="Arial Narrow"/>
                <a:cs typeface="Arial Narrow"/>
                <a:sym typeface="Arial Narrow"/>
              </a:rPr>
              <a:t>The logging features were tested across different use cases, including manual entry and simulated wearable data. These inputs were consistently stored and retrieved without performance issues, demonstrating the reliability of the backend system and database design. The system also supports real time updates, where newly entered data is immediately reflected in the dashboard and charts.</a:t>
            </a:r>
            <a:endParaRPr sz="2987">
              <a:solidFill>
                <a:schemeClr val="dk1"/>
              </a:solidFill>
              <a:latin typeface="Arial Narrow"/>
              <a:ea typeface="Arial Narrow"/>
              <a:cs typeface="Arial Narrow"/>
              <a:sym typeface="Arial Narrow"/>
            </a:endParaRPr>
          </a:p>
          <a:p>
            <a:pPr indent="0" lvl="0" marL="0" marR="0" rtl="0" algn="l">
              <a:spcBef>
                <a:spcPts val="1200"/>
              </a:spcBef>
              <a:spcAft>
                <a:spcPts val="0"/>
              </a:spcAft>
              <a:buNone/>
            </a:pPr>
            <a:r>
              <a:t/>
            </a:r>
            <a:endParaRPr sz="2987">
              <a:solidFill>
                <a:schemeClr val="dk1"/>
              </a:solidFill>
              <a:latin typeface="Arial Narrow"/>
              <a:ea typeface="Arial Narrow"/>
              <a:cs typeface="Arial Narrow"/>
              <a:sym typeface="Arial Narrow"/>
            </a:endParaRPr>
          </a:p>
        </p:txBody>
      </p:sp>
      <p:sp>
        <p:nvSpPr>
          <p:cNvPr id="167" name="Google Shape;167;p1"/>
          <p:cNvSpPr txBox="1"/>
          <p:nvPr/>
        </p:nvSpPr>
        <p:spPr>
          <a:xfrm>
            <a:off x="22557099" y="23799170"/>
            <a:ext cx="9122100" cy="8990700"/>
          </a:xfrm>
          <a:prstGeom prst="rect">
            <a:avLst/>
          </a:prstGeom>
          <a:noFill/>
          <a:ln>
            <a:noFill/>
          </a:ln>
        </p:spPr>
        <p:txBody>
          <a:bodyPr anchorCtr="0" anchor="t" bIns="406375" lIns="406375" spcFirstLastPara="1" rIns="406375" wrap="square" tIns="406375">
            <a:spAutoFit/>
          </a:bodyPr>
          <a:lstStyle/>
          <a:p>
            <a:pPr indent="0" lvl="0" marL="0" rtl="0" algn="l">
              <a:lnSpc>
                <a:spcPct val="115000"/>
              </a:lnSpc>
              <a:spcBef>
                <a:spcPts val="1200"/>
              </a:spcBef>
              <a:spcAft>
                <a:spcPts val="0"/>
              </a:spcAft>
              <a:buClr>
                <a:schemeClr val="dk1"/>
              </a:buClr>
              <a:buSzPts val="1100"/>
              <a:buFont typeface="Arial"/>
              <a:buNone/>
            </a:pPr>
            <a:r>
              <a:rPr lang="en-US" sz="2987">
                <a:solidFill>
                  <a:schemeClr val="dk1"/>
                </a:solidFill>
                <a:latin typeface="Arial Narrow"/>
                <a:ea typeface="Arial Narrow"/>
                <a:cs typeface="Arial Narrow"/>
                <a:sym typeface="Arial Narrow"/>
              </a:rPr>
              <a:t>The food scanning feature demonstrates the integration of multimodal AI within the application. When users upload images of meals, the system identifies food items and generates estimated nutritional values, including calories and macronutrients. In addition, the system provides suggestions for healthier alternatives and highlights key nutrients, offering users immediate feedback on their dietary choices.</a:t>
            </a:r>
            <a:endParaRPr sz="2987">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0"/>
              </a:spcAft>
              <a:buClr>
                <a:schemeClr val="dk1"/>
              </a:buClr>
              <a:buSzPts val="1100"/>
              <a:buFont typeface="Arial"/>
              <a:buNone/>
            </a:pPr>
            <a:r>
              <a:rPr lang="en-US" sz="2987">
                <a:solidFill>
                  <a:schemeClr val="dk1"/>
                </a:solidFill>
                <a:latin typeface="Arial Narrow"/>
                <a:ea typeface="Arial Narrow"/>
                <a:cs typeface="Arial Narrow"/>
                <a:sym typeface="Arial Narrow"/>
              </a:rPr>
              <a:t>Overall, the results show that HealthAI successfully integrates data tracking, visualization, and AI driven insights into a single platform. The system provides a cohesive and interactive experience that supports informed decision making and encourages consistent engagement with personal health data.</a:t>
            </a:r>
            <a:endParaRPr sz="2987">
              <a:solidFill>
                <a:schemeClr val="dk1"/>
              </a:solidFill>
              <a:latin typeface="Arial Narrow"/>
              <a:ea typeface="Arial Narrow"/>
              <a:cs typeface="Arial Narrow"/>
              <a:sym typeface="Arial Narrow"/>
            </a:endParaRPr>
          </a:p>
          <a:p>
            <a:pPr indent="0" lvl="0" marL="0" marR="0" rtl="0" algn="l">
              <a:spcBef>
                <a:spcPts val="1200"/>
              </a:spcBef>
              <a:spcAft>
                <a:spcPts val="0"/>
              </a:spcAft>
              <a:buNone/>
            </a:pPr>
            <a:r>
              <a:t/>
            </a:r>
            <a:endParaRPr sz="2987">
              <a:solidFill>
                <a:schemeClr val="dk1"/>
              </a:solidFill>
              <a:latin typeface="Arial Narrow"/>
              <a:ea typeface="Arial Narrow"/>
              <a:cs typeface="Arial Narrow"/>
              <a:sym typeface="Arial Narrow"/>
            </a:endParaRPr>
          </a:p>
        </p:txBody>
      </p:sp>
      <p:sp>
        <p:nvSpPr>
          <p:cNvPr id="168" name="Google Shape;168;p1"/>
          <p:cNvSpPr/>
          <p:nvPr/>
        </p:nvSpPr>
        <p:spPr>
          <a:xfrm>
            <a:off x="294218" y="674666"/>
            <a:ext cx="10373784" cy="1854673"/>
          </a:xfrm>
          <a:prstGeom prst="rect">
            <a:avLst/>
          </a:prstGeom>
          <a:noFill/>
          <a:ln>
            <a:noFill/>
          </a:ln>
        </p:spPr>
        <p:txBody>
          <a:bodyPr anchorCtr="0" anchor="t" bIns="40525" lIns="81100" spcFirstLastPara="1" rIns="81100" wrap="square" tIns="40525">
            <a:spAutoFit/>
          </a:bodyPr>
          <a:lstStyle/>
          <a:p>
            <a:pPr indent="0" lvl="0" marL="0" marR="0" rtl="0" algn="ctr">
              <a:spcBef>
                <a:spcPts val="0"/>
              </a:spcBef>
              <a:spcAft>
                <a:spcPts val="0"/>
              </a:spcAft>
              <a:buNone/>
            </a:pPr>
            <a:r>
              <a:rPr b="1" lang="en-US" sz="5760">
                <a:solidFill>
                  <a:srgbClr val="FFFFFF"/>
                </a:solidFill>
                <a:latin typeface="Arial"/>
                <a:ea typeface="Arial"/>
                <a:cs typeface="Arial"/>
                <a:sym typeface="Arial"/>
              </a:rPr>
              <a:t>Computer Engineering Department</a:t>
            </a:r>
            <a:endParaRPr/>
          </a:p>
        </p:txBody>
      </p:sp>
      <p:sp>
        <p:nvSpPr>
          <p:cNvPr id="169" name="Google Shape;169;p1"/>
          <p:cNvSpPr/>
          <p:nvPr/>
        </p:nvSpPr>
        <p:spPr>
          <a:xfrm>
            <a:off x="31896300" y="674675"/>
            <a:ext cx="11156700" cy="3405900"/>
          </a:xfrm>
          <a:prstGeom prst="rect">
            <a:avLst/>
          </a:prstGeom>
          <a:noFill/>
          <a:ln>
            <a:noFill/>
          </a:ln>
        </p:spPr>
        <p:txBody>
          <a:bodyPr anchorCtr="0" anchor="t" bIns="40525" lIns="81100" spcFirstLastPara="1" rIns="81100" wrap="square" tIns="40525">
            <a:spAutoFit/>
          </a:bodyPr>
          <a:lstStyle/>
          <a:p>
            <a:pPr indent="0" lvl="0" marL="0" marR="0" rtl="0" algn="l">
              <a:spcBef>
                <a:spcPts val="0"/>
              </a:spcBef>
              <a:spcAft>
                <a:spcPts val="0"/>
              </a:spcAft>
              <a:buNone/>
            </a:pPr>
            <a:r>
              <a:rPr b="1" lang="en-US" sz="3600">
                <a:solidFill>
                  <a:srgbClr val="FFFFFF"/>
                </a:solidFill>
              </a:rPr>
              <a:t>Jakamukala</a:t>
            </a:r>
            <a:r>
              <a:rPr b="1" lang="en-US" sz="3600">
                <a:solidFill>
                  <a:srgbClr val="FFFFFF"/>
                </a:solidFill>
                <a:latin typeface="Arial"/>
                <a:ea typeface="Arial"/>
                <a:cs typeface="Arial"/>
                <a:sym typeface="Arial"/>
              </a:rPr>
              <a:t>, </a:t>
            </a:r>
            <a:r>
              <a:rPr b="1" lang="en-US" sz="3600">
                <a:solidFill>
                  <a:srgbClr val="FFFFFF"/>
                </a:solidFill>
              </a:rPr>
              <a:t>Vikranth </a:t>
            </a:r>
            <a:r>
              <a:rPr b="1" lang="en-US" sz="3600">
                <a:solidFill>
                  <a:srgbClr val="FFFFFF"/>
                </a:solidFill>
                <a:latin typeface="Arial"/>
                <a:ea typeface="Arial"/>
                <a:cs typeface="Arial"/>
                <a:sym typeface="Arial"/>
              </a:rPr>
              <a:t>(MS Software Engineering) </a:t>
            </a:r>
            <a:r>
              <a:rPr b="1" lang="en-US" sz="3600">
                <a:solidFill>
                  <a:srgbClr val="FFFFFF"/>
                </a:solidFill>
              </a:rPr>
              <a:t>Khanchandani</a:t>
            </a:r>
            <a:r>
              <a:rPr b="1" lang="en-US" sz="3600">
                <a:solidFill>
                  <a:srgbClr val="FFFFFF"/>
                </a:solidFill>
              </a:rPr>
              <a:t>, Nikhil (MS Software Engineering) </a:t>
            </a:r>
            <a:endParaRPr>
              <a:solidFill>
                <a:schemeClr val="dk1"/>
              </a:solidFill>
            </a:endParaRPr>
          </a:p>
          <a:p>
            <a:pPr indent="0" lvl="0" marL="0" rtl="0" algn="l">
              <a:spcBef>
                <a:spcPts val="0"/>
              </a:spcBef>
              <a:spcAft>
                <a:spcPts val="0"/>
              </a:spcAft>
              <a:buNone/>
            </a:pPr>
            <a:r>
              <a:rPr b="1" lang="en-US" sz="3600">
                <a:solidFill>
                  <a:srgbClr val="FFFFFF"/>
                </a:solidFill>
              </a:rPr>
              <a:t>Nguyen, Dustin (MS Software Engineering) </a:t>
            </a:r>
            <a:endParaRPr>
              <a:solidFill>
                <a:schemeClr val="dk1"/>
              </a:solidFill>
            </a:endParaRPr>
          </a:p>
          <a:p>
            <a:pPr indent="0" lvl="0" marL="0" rtl="0" algn="l">
              <a:spcBef>
                <a:spcPts val="0"/>
              </a:spcBef>
              <a:spcAft>
                <a:spcPts val="0"/>
              </a:spcAft>
              <a:buNone/>
            </a:pPr>
            <a:r>
              <a:rPr b="1" lang="en-US" sz="3600">
                <a:solidFill>
                  <a:srgbClr val="FFFFFF"/>
                </a:solidFill>
              </a:rPr>
              <a:t>Patel, Chint (MS Software Engineering) </a:t>
            </a:r>
            <a:endParaRPr>
              <a:solidFill>
                <a:schemeClr val="dk1"/>
              </a:solidFill>
            </a:endParaRPr>
          </a:p>
          <a:p>
            <a:pPr indent="0" lvl="0" marL="0" rtl="0" algn="ctr">
              <a:spcBef>
                <a:spcPts val="0"/>
              </a:spcBef>
              <a:spcAft>
                <a:spcPts val="0"/>
              </a:spcAft>
              <a:buNone/>
            </a:pPr>
            <a:r>
              <a:t/>
            </a:r>
            <a:endParaRPr b="1" sz="3600">
              <a:solidFill>
                <a:srgbClr val="FFFFFF"/>
              </a:solidFill>
            </a:endParaRPr>
          </a:p>
          <a:p>
            <a:pPr indent="0" lvl="0" marL="0" rtl="0" algn="l">
              <a:spcBef>
                <a:spcPts val="0"/>
              </a:spcBef>
              <a:spcAft>
                <a:spcPts val="0"/>
              </a:spcAft>
              <a:buClr>
                <a:schemeClr val="dk1"/>
              </a:buClr>
              <a:buFont typeface="Arial"/>
              <a:buNone/>
            </a:pPr>
            <a:r>
              <a:t/>
            </a:r>
            <a:endParaRPr b="1" sz="3600">
              <a:solidFill>
                <a:srgbClr val="FFFFFF"/>
              </a:solidFill>
            </a:endParaRPr>
          </a:p>
          <a:p>
            <a:pPr indent="0" lvl="0" marL="0" marR="0" rtl="0" algn="l">
              <a:spcBef>
                <a:spcPts val="0"/>
              </a:spcBef>
              <a:spcAft>
                <a:spcPts val="0"/>
              </a:spcAft>
              <a:buNone/>
            </a:pPr>
            <a:r>
              <a:t/>
            </a:r>
            <a:endParaRPr b="1" sz="3600">
              <a:solidFill>
                <a:srgbClr val="FFFFFF"/>
              </a:solidFill>
            </a:endParaRPr>
          </a:p>
          <a:p>
            <a:pPr indent="0" lvl="0" marL="0" marR="0" rtl="0" algn="ctr">
              <a:spcBef>
                <a:spcPts val="0"/>
              </a:spcBef>
              <a:spcAft>
                <a:spcPts val="0"/>
              </a:spcAft>
              <a:buNone/>
            </a:pPr>
            <a:r>
              <a:t/>
            </a:r>
            <a:endParaRPr b="1" sz="3600">
              <a:solidFill>
                <a:srgbClr val="FFFFFF"/>
              </a:solidFill>
              <a:latin typeface="Arial"/>
              <a:ea typeface="Arial"/>
              <a:cs typeface="Arial"/>
              <a:sym typeface="Arial"/>
            </a:endParaRPr>
          </a:p>
        </p:txBody>
      </p:sp>
      <p:pic>
        <p:nvPicPr>
          <p:cNvPr id="170" name="Google Shape;170;p1"/>
          <p:cNvPicPr preferRelativeResize="0"/>
          <p:nvPr/>
        </p:nvPicPr>
        <p:blipFill rotWithShape="1">
          <a:blip r:embed="rId4">
            <a:alphaModFix/>
          </a:blip>
          <a:srcRect b="0" l="0" r="0" t="0"/>
          <a:stretch/>
        </p:blipFill>
        <p:spPr>
          <a:xfrm>
            <a:off x="4357040" y="2608906"/>
            <a:ext cx="1600351" cy="1965631"/>
          </a:xfrm>
          <a:prstGeom prst="rect">
            <a:avLst/>
          </a:prstGeom>
          <a:noFill/>
          <a:ln>
            <a:noFill/>
          </a:ln>
        </p:spPr>
      </p:pic>
      <p:pic>
        <p:nvPicPr>
          <p:cNvPr id="171" name="Google Shape;171;p1" title="profile1.png"/>
          <p:cNvPicPr preferRelativeResize="0"/>
          <p:nvPr/>
        </p:nvPicPr>
        <p:blipFill rotWithShape="1">
          <a:blip r:embed="rId5">
            <a:alphaModFix/>
          </a:blip>
          <a:srcRect b="11347" l="0" r="0" t="11355"/>
          <a:stretch/>
        </p:blipFill>
        <p:spPr>
          <a:xfrm>
            <a:off x="5063000" y="22601950"/>
            <a:ext cx="5068402" cy="5068401"/>
          </a:xfrm>
          <a:prstGeom prst="rect">
            <a:avLst/>
          </a:prstGeom>
          <a:noFill/>
          <a:ln>
            <a:noFill/>
          </a:ln>
        </p:spPr>
      </p:pic>
      <p:sp>
        <p:nvSpPr>
          <p:cNvPr id="172" name="Google Shape;172;p1"/>
          <p:cNvSpPr txBox="1"/>
          <p:nvPr/>
        </p:nvSpPr>
        <p:spPr>
          <a:xfrm>
            <a:off x="698502" y="5671630"/>
            <a:ext cx="9969500" cy="525093"/>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lang="en-US" sz="2880">
                <a:solidFill>
                  <a:srgbClr val="F8F8F8"/>
                </a:solidFill>
                <a:latin typeface="Arial Narrow"/>
                <a:ea typeface="Arial Narrow"/>
                <a:cs typeface="Arial Narrow"/>
                <a:sym typeface="Arial Narrow"/>
              </a:rPr>
              <a:t>Introduction</a:t>
            </a:r>
            <a:endParaRPr/>
          </a:p>
        </p:txBody>
      </p:sp>
      <p:sp>
        <p:nvSpPr>
          <p:cNvPr id="173" name="Google Shape;173;p1"/>
          <p:cNvSpPr txBox="1"/>
          <p:nvPr/>
        </p:nvSpPr>
        <p:spPr>
          <a:xfrm>
            <a:off x="15012350" y="9204875"/>
            <a:ext cx="4412700" cy="644400"/>
          </a:xfrm>
          <a:prstGeom prst="rect">
            <a:avLst/>
          </a:prstGeom>
          <a:noFill/>
          <a:ln>
            <a:noFill/>
          </a:ln>
        </p:spPr>
        <p:txBody>
          <a:bodyPr anchorCtr="0" anchor="t" bIns="91425" lIns="91425" spcFirstLastPara="1" rIns="91425" wrap="square" tIns="91425">
            <a:spAutoFit/>
          </a:bodyPr>
          <a:lstStyle/>
          <a:p>
            <a:pPr indent="0" lvl="2" marL="406390" rtl="0" algn="l">
              <a:spcBef>
                <a:spcPts val="0"/>
              </a:spcBef>
              <a:spcAft>
                <a:spcPts val="0"/>
              </a:spcAft>
              <a:buNone/>
            </a:pPr>
            <a:r>
              <a:rPr b="1" lang="en-US" sz="2987">
                <a:solidFill>
                  <a:schemeClr val="dk1"/>
                </a:solidFill>
                <a:latin typeface="Arial Narrow"/>
                <a:ea typeface="Arial Narrow"/>
                <a:cs typeface="Arial Narrow"/>
                <a:sym typeface="Arial Narrow"/>
              </a:rPr>
              <a:t>HealthAI Dashboard</a:t>
            </a:r>
            <a:endParaRPr/>
          </a:p>
        </p:txBody>
      </p:sp>
      <p:pic>
        <p:nvPicPr>
          <p:cNvPr id="174" name="Google Shape;174;p1" title="login.png"/>
          <p:cNvPicPr preferRelativeResize="0"/>
          <p:nvPr/>
        </p:nvPicPr>
        <p:blipFill rotWithShape="1">
          <a:blip r:embed="rId6">
            <a:alphaModFix/>
          </a:blip>
          <a:srcRect b="11675" l="16620" r="18809" t="12808"/>
          <a:stretch/>
        </p:blipFill>
        <p:spPr>
          <a:xfrm>
            <a:off x="2230313" y="22791625"/>
            <a:ext cx="2691376" cy="4208301"/>
          </a:xfrm>
          <a:prstGeom prst="rect">
            <a:avLst/>
          </a:prstGeom>
          <a:noFill/>
          <a:ln>
            <a:noFill/>
          </a:ln>
        </p:spPr>
      </p:pic>
      <p:sp>
        <p:nvSpPr>
          <p:cNvPr id="175" name="Google Shape;175;p1"/>
          <p:cNvSpPr txBox="1"/>
          <p:nvPr/>
        </p:nvSpPr>
        <p:spPr>
          <a:xfrm>
            <a:off x="2075988" y="26828988"/>
            <a:ext cx="3000000" cy="1104300"/>
          </a:xfrm>
          <a:prstGeom prst="rect">
            <a:avLst/>
          </a:prstGeom>
          <a:noFill/>
          <a:ln>
            <a:noFill/>
          </a:ln>
        </p:spPr>
        <p:txBody>
          <a:bodyPr anchorCtr="0" anchor="t" bIns="91425" lIns="91425" spcFirstLastPara="1" rIns="91425" wrap="square" tIns="91425">
            <a:spAutoFit/>
          </a:bodyPr>
          <a:lstStyle/>
          <a:p>
            <a:pPr indent="0" lvl="2" marL="406390" rtl="0" algn="l">
              <a:spcBef>
                <a:spcPts val="0"/>
              </a:spcBef>
              <a:spcAft>
                <a:spcPts val="0"/>
              </a:spcAft>
              <a:buNone/>
            </a:pPr>
            <a:r>
              <a:rPr b="1" lang="en-US" sz="2987">
                <a:solidFill>
                  <a:schemeClr val="dk1"/>
                </a:solidFill>
                <a:latin typeface="Arial Narrow"/>
                <a:ea typeface="Arial Narrow"/>
                <a:cs typeface="Arial Narrow"/>
                <a:sym typeface="Arial Narrow"/>
              </a:rPr>
              <a:t>HealthAI Login &amp; Profile</a:t>
            </a:r>
            <a:endParaRPr/>
          </a:p>
        </p:txBody>
      </p:sp>
      <p:pic>
        <p:nvPicPr>
          <p:cNvPr id="176" name="Google Shape;176;p1" title="dash2.png"/>
          <p:cNvPicPr preferRelativeResize="0"/>
          <p:nvPr/>
        </p:nvPicPr>
        <p:blipFill rotWithShape="1">
          <a:blip r:embed="rId7">
            <a:alphaModFix/>
          </a:blip>
          <a:srcRect b="45471" l="0" r="0" t="0"/>
          <a:stretch/>
        </p:blipFill>
        <p:spPr>
          <a:xfrm>
            <a:off x="12871737" y="26606962"/>
            <a:ext cx="7472999" cy="5272023"/>
          </a:xfrm>
          <a:prstGeom prst="rect">
            <a:avLst/>
          </a:prstGeom>
          <a:noFill/>
          <a:ln>
            <a:noFill/>
          </a:ln>
        </p:spPr>
      </p:pic>
      <p:pic>
        <p:nvPicPr>
          <p:cNvPr id="177" name="Google Shape;177;p1" title="dash1.png"/>
          <p:cNvPicPr preferRelativeResize="0"/>
          <p:nvPr/>
        </p:nvPicPr>
        <p:blipFill rotWithShape="1">
          <a:blip r:embed="rId8">
            <a:alphaModFix/>
          </a:blip>
          <a:srcRect b="25898" l="0" r="0" t="0"/>
          <a:stretch/>
        </p:blipFill>
        <p:spPr>
          <a:xfrm>
            <a:off x="12891400" y="10140663"/>
            <a:ext cx="8267760" cy="7926001"/>
          </a:xfrm>
          <a:prstGeom prst="rect">
            <a:avLst/>
          </a:prstGeom>
          <a:noFill/>
          <a:ln>
            <a:noFill/>
          </a:ln>
        </p:spPr>
      </p:pic>
      <p:sp>
        <p:nvSpPr>
          <p:cNvPr id="178" name="Google Shape;178;p1"/>
          <p:cNvSpPr txBox="1"/>
          <p:nvPr/>
        </p:nvSpPr>
        <p:spPr>
          <a:xfrm>
            <a:off x="14507375" y="25829375"/>
            <a:ext cx="4412700" cy="644400"/>
          </a:xfrm>
          <a:prstGeom prst="rect">
            <a:avLst/>
          </a:prstGeom>
          <a:noFill/>
          <a:ln>
            <a:noFill/>
          </a:ln>
        </p:spPr>
        <p:txBody>
          <a:bodyPr anchorCtr="0" anchor="t" bIns="91425" lIns="91425" spcFirstLastPara="1" rIns="91425" wrap="square" tIns="91425">
            <a:spAutoFit/>
          </a:bodyPr>
          <a:lstStyle/>
          <a:p>
            <a:pPr indent="0" lvl="2" marL="406390" rtl="0" algn="l">
              <a:spcBef>
                <a:spcPts val="0"/>
              </a:spcBef>
              <a:spcAft>
                <a:spcPts val="0"/>
              </a:spcAft>
              <a:buNone/>
            </a:pPr>
            <a:r>
              <a:rPr b="1" lang="en-US" sz="2987">
                <a:solidFill>
                  <a:schemeClr val="dk1"/>
                </a:solidFill>
                <a:latin typeface="Arial Narrow"/>
                <a:ea typeface="Arial Narrow"/>
                <a:cs typeface="Arial Narrow"/>
                <a:sym typeface="Arial Narrow"/>
              </a:rPr>
              <a:t>HealthAI Metrics</a:t>
            </a:r>
            <a:endParaRPr/>
          </a:p>
        </p:txBody>
      </p:sp>
      <p:pic>
        <p:nvPicPr>
          <p:cNvPr id="179" name="Google Shape;179;p1" title="AIcoach.png"/>
          <p:cNvPicPr preferRelativeResize="0"/>
          <p:nvPr/>
        </p:nvPicPr>
        <p:blipFill rotWithShape="1">
          <a:blip r:embed="rId9">
            <a:alphaModFix/>
          </a:blip>
          <a:srcRect b="10364" l="0" r="0" t="13654"/>
          <a:stretch/>
        </p:blipFill>
        <p:spPr>
          <a:xfrm>
            <a:off x="22984275" y="15252246"/>
            <a:ext cx="8694924" cy="8546929"/>
          </a:xfrm>
          <a:prstGeom prst="rect">
            <a:avLst/>
          </a:prstGeom>
          <a:noFill/>
          <a:ln>
            <a:noFill/>
          </a:ln>
        </p:spPr>
      </p:pic>
      <p:pic>
        <p:nvPicPr>
          <p:cNvPr id="180" name="Google Shape;180;p1" title="fscanner.png"/>
          <p:cNvPicPr preferRelativeResize="0"/>
          <p:nvPr/>
        </p:nvPicPr>
        <p:blipFill rotWithShape="1">
          <a:blip r:embed="rId10">
            <a:alphaModFix/>
          </a:blip>
          <a:srcRect b="41958" l="0" r="0" t="4140"/>
          <a:stretch/>
        </p:blipFill>
        <p:spPr>
          <a:xfrm>
            <a:off x="34167200" y="5922259"/>
            <a:ext cx="8267752" cy="5765391"/>
          </a:xfrm>
          <a:prstGeom prst="rect">
            <a:avLst/>
          </a:prstGeom>
          <a:noFill/>
          <a:ln>
            <a:noFill/>
          </a:ln>
        </p:spPr>
      </p:pic>
      <p:pic>
        <p:nvPicPr>
          <p:cNvPr id="181" name="Google Shape;181;p1" title="Health AI Logo Design May 5 2026.png"/>
          <p:cNvPicPr preferRelativeResize="0"/>
          <p:nvPr/>
        </p:nvPicPr>
        <p:blipFill>
          <a:blip r:embed="rId11">
            <a:alphaModFix/>
          </a:blip>
          <a:stretch>
            <a:fillRect/>
          </a:stretch>
        </p:blipFill>
        <p:spPr>
          <a:xfrm>
            <a:off x="3144738" y="9807835"/>
            <a:ext cx="4024964" cy="402496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2005-05-18T01:24:28Z</dcterms:created>
  <dc:creator>A. Kotoulas</dc:creator>
</cp:coreProperties>
</file>