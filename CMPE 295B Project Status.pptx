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289136211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289136211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89136211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89136211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89136211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89136211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89136211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89136211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89136211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89136211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89136211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89136211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vikranth.jakamukala@sjsu.edu" TargetMode="External"/><Relationship Id="rId4" Type="http://schemas.openxmlformats.org/officeDocument/2006/relationships/hyperlink" Target="mailto:Chint.patel@sjsu.edu" TargetMode="External"/><Relationship Id="rId5" Type="http://schemas.openxmlformats.org/officeDocument/2006/relationships/hyperlink" Target="mailto:dustin.t.nguyen@sjsu.edu" TargetMode="External"/><Relationship Id="rId6" Type="http://schemas.openxmlformats.org/officeDocument/2006/relationships/hyperlink" Target="mailto:nikhil.khanchandani@sjsu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CMPE 295B Project Status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 Project Name: AI Agent For Fitness and Health</a:t>
            </a: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Advisor: Vijay Eranti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Students: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Vikranth Jakamukala, </a:t>
            </a:r>
            <a:r>
              <a:rPr lang="en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vikranth.jakamukala@sjsu.edu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Chint Patel, </a:t>
            </a:r>
            <a:r>
              <a:rPr lang="en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Chint.patel@sjsu.edu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Dustin Nguyen, </a:t>
            </a:r>
            <a:r>
              <a:rPr lang="en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dustin.t.nguyen@sjsu.edu</a:t>
            </a: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5080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Nikhil K, </a:t>
            </a:r>
            <a:r>
              <a:rPr lang="en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nikhil.khanchandani@sjsu.edu</a:t>
            </a:r>
            <a:r>
              <a:rPr lang="en" sz="1700">
                <a:solidFill>
                  <a:srgbClr val="27354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63500" rtl="0" algn="l">
              <a:lnSpc>
                <a:spcPct val="794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t/>
            </a:r>
            <a:endParaRPr sz="1700">
              <a:solidFill>
                <a:srgbClr val="2735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Prototype Completion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 Completion status: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Status: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Vikranth: Backend  5-10%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Chint: Frontend  5-10%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Nikhil: Frontend 5-10%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Dustin: Backend 5-10%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Report Completion Status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 Completion status: 100%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Status: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Vikranth: chapters 2, 5, 7.2 - 100%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Chint: chapters 1, 6 - 100%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Nikhil: chapters 3, 4, 7.5 - 100%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Dustin: 100%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Concerns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Resource needs not </a:t>
            </a:r>
            <a:r>
              <a:rPr lang="en"/>
              <a:t>satisfied (potentially)</a:t>
            </a:r>
            <a:r>
              <a:rPr lang="en"/>
              <a:t>: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Clinical and domain expertise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Validated exercise and contradiction datasets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Legal guidance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Secure health-data infrastructure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 quality input signals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Safety engine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Real world validation and testing resources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Potential Project Showstoppers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Wrong recommendation causing harm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Regulatory classification risk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Handling sensitive data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Bad input </a:t>
            </a:r>
            <a:r>
              <a:rPr lang="en"/>
              <a:t>and missing context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Bias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Meetings With advisor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Meetings with advisor: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Planned Meetings with advisor: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plan out the schedule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Needs for Project Expo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would not need any special needs for the project expo.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