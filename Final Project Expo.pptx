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2" r:id="rId4"/>
    <p:sldMasterId id="2147483703"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Poppins"/>
      <p:regular r:id="rId14"/>
      <p:bold r:id="rId15"/>
      <p:italic r:id="rId16"/>
      <p:boldItalic r:id="rId17"/>
    </p:embeddedFont>
    <p:embeddedFont>
      <p:font typeface="Arial Narrow"/>
      <p:regular r:id="rId18"/>
      <p:bold r:id="rId19"/>
      <p:italic r:id="rId20"/>
      <p:boldItalic r:id="rId21"/>
    </p:embeddedFont>
    <p:embeddedFont>
      <p:font typeface="Poppins Medium"/>
      <p:regular r:id="rId22"/>
      <p:bold r:id="rId23"/>
      <p:italic r:id="rId24"/>
      <p:boldItalic r:id="rId25"/>
    </p:embeddedFont>
    <p:embeddedFont>
      <p:font typeface="Nunito Sans SemiBold"/>
      <p:regular r:id="rId26"/>
      <p:bold r:id="rId27"/>
      <p:italic r:id="rId28"/>
      <p:boldItalic r:id="rId29"/>
    </p:embeddedFont>
    <p:embeddedFont>
      <p:font typeface="Poppins SemiBold"/>
      <p:regular r:id="rId30"/>
      <p:bold r:id="rId31"/>
      <p:italic r:id="rId32"/>
      <p:boldItalic r:id="rId33"/>
    </p:embeddedFont>
    <p:embeddedFont>
      <p:font typeface="Nunito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rialNarrow-italic.fntdata"/><Relationship Id="rId22" Type="http://schemas.openxmlformats.org/officeDocument/2006/relationships/font" Target="fonts/PoppinsMedium-regular.fntdata"/><Relationship Id="rId21" Type="http://schemas.openxmlformats.org/officeDocument/2006/relationships/font" Target="fonts/ArialNarrow-boldItalic.fntdata"/><Relationship Id="rId24" Type="http://schemas.openxmlformats.org/officeDocument/2006/relationships/font" Target="fonts/PoppinsMedium-italic.fntdata"/><Relationship Id="rId23" Type="http://schemas.openxmlformats.org/officeDocument/2006/relationships/font" Target="fonts/PoppinsMedium-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NunitoSansSemiBold-regular.fntdata"/><Relationship Id="rId25" Type="http://schemas.openxmlformats.org/officeDocument/2006/relationships/font" Target="fonts/PoppinsMedium-boldItalic.fntdata"/><Relationship Id="rId28" Type="http://schemas.openxmlformats.org/officeDocument/2006/relationships/font" Target="fonts/NunitoSansSemiBold-italic.fntdata"/><Relationship Id="rId27" Type="http://schemas.openxmlformats.org/officeDocument/2006/relationships/font" Target="fonts/NunitoSans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NunitoSans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SemiBold-bold.fntdata"/><Relationship Id="rId30" Type="http://schemas.openxmlformats.org/officeDocument/2006/relationships/font" Target="fonts/PoppinsSemiBold-regular.fntdata"/><Relationship Id="rId11" Type="http://schemas.openxmlformats.org/officeDocument/2006/relationships/slide" Target="slides/slide5.xml"/><Relationship Id="rId33" Type="http://schemas.openxmlformats.org/officeDocument/2006/relationships/font" Target="fonts/PoppinsSemiBold-boldItalic.fntdata"/><Relationship Id="rId10" Type="http://schemas.openxmlformats.org/officeDocument/2006/relationships/slide" Target="slides/slide4.xml"/><Relationship Id="rId32" Type="http://schemas.openxmlformats.org/officeDocument/2006/relationships/font" Target="fonts/PoppinsSemiBold-italic.fntdata"/><Relationship Id="rId13" Type="http://schemas.openxmlformats.org/officeDocument/2006/relationships/slide" Target="slides/slide7.xml"/><Relationship Id="rId35" Type="http://schemas.openxmlformats.org/officeDocument/2006/relationships/font" Target="fonts/NunitoSans-bold.fntdata"/><Relationship Id="rId12" Type="http://schemas.openxmlformats.org/officeDocument/2006/relationships/slide" Target="slides/slide6.xml"/><Relationship Id="rId34" Type="http://schemas.openxmlformats.org/officeDocument/2006/relationships/font" Target="fonts/NunitoSans-regular.fntdata"/><Relationship Id="rId15" Type="http://schemas.openxmlformats.org/officeDocument/2006/relationships/font" Target="fonts/Poppins-bold.fntdata"/><Relationship Id="rId37" Type="http://schemas.openxmlformats.org/officeDocument/2006/relationships/font" Target="fonts/NunitoSans-boldItalic.fntdata"/><Relationship Id="rId14" Type="http://schemas.openxmlformats.org/officeDocument/2006/relationships/font" Target="fonts/Poppins-regular.fntdata"/><Relationship Id="rId36" Type="http://schemas.openxmlformats.org/officeDocument/2006/relationships/font" Target="fonts/NunitoSans-italic.fntdata"/><Relationship Id="rId17" Type="http://schemas.openxmlformats.org/officeDocument/2006/relationships/font" Target="fonts/Poppins-boldItalic.fntdata"/><Relationship Id="rId16" Type="http://schemas.openxmlformats.org/officeDocument/2006/relationships/font" Target="fonts/Poppins-italic.fntdata"/><Relationship Id="rId19" Type="http://schemas.openxmlformats.org/officeDocument/2006/relationships/font" Target="fonts/ArialNarrow-bold.fntdata"/><Relationship Id="rId18" Type="http://schemas.openxmlformats.org/officeDocument/2006/relationships/font" Target="fonts/ArialNarrow-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e0f1c2726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e0f1c272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e0f1c2726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e0f1c272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e0f1c2726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e0f1c2726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0f1c2726b_0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e0f1c2726b_0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0f1c2726b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e0f1c2726b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e0f1c2726b_0_8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e0f1c2726b_0_8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e0f1c2726b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e0f1c2726b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56" name="Google Shape;56;p14"/>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57" name="Google Shape;57;p14"/>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58" name="Google Shape;58;p14"/>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59" name="Google Shape;59;p14"/>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60" name="Google Shape;60;p14"/>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61" name="Google Shape;61;p14"/>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62" name="Google Shape;62;p14"/>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63" name="Shape 63"/>
        <p:cNvGrpSpPr/>
        <p:nvPr/>
      </p:nvGrpSpPr>
      <p:grpSpPr>
        <a:xfrm>
          <a:off x="0" y="0"/>
          <a:ext cx="0" cy="0"/>
          <a:chOff x="0" y="0"/>
          <a:chExt cx="0" cy="0"/>
        </a:xfrm>
      </p:grpSpPr>
      <p:pic>
        <p:nvPicPr>
          <p:cNvPr id="64" name="Google Shape;64;p15"/>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65" name="Google Shape;65;p1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66" name="Google Shape;66;p15"/>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67" name="Google Shape;67;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8" name="Google Shape;68;p15"/>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69" name="Shape 69"/>
        <p:cNvGrpSpPr/>
        <p:nvPr/>
      </p:nvGrpSpPr>
      <p:grpSpPr>
        <a:xfrm>
          <a:off x="0" y="0"/>
          <a:ext cx="0" cy="0"/>
          <a:chOff x="0" y="0"/>
          <a:chExt cx="0" cy="0"/>
        </a:xfrm>
      </p:grpSpPr>
      <p:sp>
        <p:nvSpPr>
          <p:cNvPr id="70" name="Google Shape;70;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1" name="Google Shape;71;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72" name="Google Shape;72;p16"/>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73" name="Google Shape;73;p16"/>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74" name="Shape 74"/>
        <p:cNvGrpSpPr/>
        <p:nvPr/>
      </p:nvGrpSpPr>
      <p:grpSpPr>
        <a:xfrm>
          <a:off x="0" y="0"/>
          <a:ext cx="0" cy="0"/>
          <a:chOff x="0" y="0"/>
          <a:chExt cx="0" cy="0"/>
        </a:xfrm>
      </p:grpSpPr>
      <p:sp>
        <p:nvSpPr>
          <p:cNvPr id="75" name="Google Shape;75;p17"/>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76" name="Google Shape;76;p17"/>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77" name="Google Shape;77;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8" name="Google Shape;78;p17"/>
          <p:cNvSpPr/>
          <p:nvPr>
            <p:ph idx="2" type="pic"/>
          </p:nvPr>
        </p:nvSpPr>
        <p:spPr>
          <a:xfrm>
            <a:off x="1208525" y="1164275"/>
            <a:ext cx="1115700" cy="1118100"/>
          </a:xfrm>
          <a:prstGeom prst="roundRect">
            <a:avLst>
              <a:gd fmla="val 16667" name="adj"/>
            </a:avLst>
          </a:prstGeom>
          <a:noFill/>
          <a:ln>
            <a:noFill/>
          </a:ln>
        </p:spPr>
      </p:sp>
      <p:sp>
        <p:nvSpPr>
          <p:cNvPr id="79" name="Google Shape;79;p17"/>
          <p:cNvSpPr/>
          <p:nvPr>
            <p:ph idx="3" type="pic"/>
          </p:nvPr>
        </p:nvSpPr>
        <p:spPr>
          <a:xfrm>
            <a:off x="3079163" y="1164275"/>
            <a:ext cx="1115700" cy="1118100"/>
          </a:xfrm>
          <a:prstGeom prst="roundRect">
            <a:avLst>
              <a:gd fmla="val 16667" name="adj"/>
            </a:avLst>
          </a:prstGeom>
          <a:noFill/>
          <a:ln>
            <a:noFill/>
          </a:ln>
        </p:spPr>
      </p:sp>
      <p:sp>
        <p:nvSpPr>
          <p:cNvPr id="80" name="Google Shape;80;p17"/>
          <p:cNvSpPr/>
          <p:nvPr>
            <p:ph idx="4" type="pic"/>
          </p:nvPr>
        </p:nvSpPr>
        <p:spPr>
          <a:xfrm>
            <a:off x="4949788" y="1164275"/>
            <a:ext cx="1115700" cy="1118100"/>
          </a:xfrm>
          <a:prstGeom prst="roundRect">
            <a:avLst>
              <a:gd fmla="val 16667" name="adj"/>
            </a:avLst>
          </a:prstGeom>
          <a:noFill/>
          <a:ln>
            <a:noFill/>
          </a:ln>
        </p:spPr>
      </p:sp>
      <p:sp>
        <p:nvSpPr>
          <p:cNvPr id="81" name="Google Shape;81;p17"/>
          <p:cNvSpPr/>
          <p:nvPr>
            <p:ph idx="5" type="pic"/>
          </p:nvPr>
        </p:nvSpPr>
        <p:spPr>
          <a:xfrm>
            <a:off x="6820413" y="1164275"/>
            <a:ext cx="1115700" cy="1118100"/>
          </a:xfrm>
          <a:prstGeom prst="roundRect">
            <a:avLst>
              <a:gd fmla="val 16667" name="adj"/>
            </a:avLst>
          </a:prstGeom>
          <a:noFill/>
          <a:ln>
            <a:noFill/>
          </a:ln>
        </p:spPr>
      </p:sp>
      <p:sp>
        <p:nvSpPr>
          <p:cNvPr id="82" name="Google Shape;82;p17"/>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3" name="Google Shape;83;p17"/>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4" name="Google Shape;84;p17"/>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5" name="Google Shape;85;p17"/>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6" name="Google Shape;86;p17"/>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7" name="Google Shape;87;p17"/>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88" name="Google Shape;88;p17"/>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89" name="Google Shape;89;p17"/>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0" name="Google Shape;90;p17"/>
          <p:cNvSpPr/>
          <p:nvPr>
            <p:ph idx="16" type="pic"/>
          </p:nvPr>
        </p:nvSpPr>
        <p:spPr>
          <a:xfrm>
            <a:off x="3079163" y="2958825"/>
            <a:ext cx="1115700" cy="1118100"/>
          </a:xfrm>
          <a:prstGeom prst="roundRect">
            <a:avLst>
              <a:gd fmla="val 16667" name="adj"/>
            </a:avLst>
          </a:prstGeom>
          <a:noFill/>
          <a:ln>
            <a:noFill/>
          </a:ln>
        </p:spPr>
      </p:sp>
      <p:sp>
        <p:nvSpPr>
          <p:cNvPr id="91" name="Google Shape;91;p17"/>
          <p:cNvSpPr/>
          <p:nvPr>
            <p:ph idx="17" type="pic"/>
          </p:nvPr>
        </p:nvSpPr>
        <p:spPr>
          <a:xfrm>
            <a:off x="4949788" y="2958825"/>
            <a:ext cx="1115700" cy="1118100"/>
          </a:xfrm>
          <a:prstGeom prst="roundRect">
            <a:avLst>
              <a:gd fmla="val 16667" name="adj"/>
            </a:avLst>
          </a:prstGeom>
          <a:noFill/>
          <a:ln>
            <a:noFill/>
          </a:ln>
        </p:spPr>
      </p:sp>
      <p:sp>
        <p:nvSpPr>
          <p:cNvPr id="92" name="Google Shape;92;p17"/>
          <p:cNvSpPr/>
          <p:nvPr>
            <p:ph idx="18" type="pic"/>
          </p:nvPr>
        </p:nvSpPr>
        <p:spPr>
          <a:xfrm>
            <a:off x="6820413" y="2958825"/>
            <a:ext cx="1115700" cy="1118100"/>
          </a:xfrm>
          <a:prstGeom prst="roundRect">
            <a:avLst>
              <a:gd fmla="val 16667" name="adj"/>
            </a:avLst>
          </a:prstGeom>
          <a:noFill/>
          <a:ln>
            <a:noFill/>
          </a:ln>
        </p:spPr>
      </p:sp>
      <p:sp>
        <p:nvSpPr>
          <p:cNvPr id="93" name="Google Shape;93;p17"/>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4" name="Google Shape;94;p17"/>
          <p:cNvSpPr/>
          <p:nvPr>
            <p:ph idx="20" type="pic"/>
          </p:nvPr>
        </p:nvSpPr>
        <p:spPr>
          <a:xfrm>
            <a:off x="1208550" y="2958825"/>
            <a:ext cx="1115700" cy="1118100"/>
          </a:xfrm>
          <a:prstGeom prst="roundRect">
            <a:avLst>
              <a:gd fmla="val 16667" name="adj"/>
            </a:avLst>
          </a:prstGeom>
          <a:noFill/>
          <a:ln>
            <a:noFill/>
          </a:ln>
        </p:spPr>
      </p:sp>
      <p:sp>
        <p:nvSpPr>
          <p:cNvPr id="95" name="Google Shape;95;p17"/>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6" name="Google Shape;96;p17"/>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7" name="Google Shape;97;p17"/>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98" name="Google Shape;98;p17"/>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99" name="Google Shape;99;p17"/>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0" name="Google Shape;100;p17"/>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1" name="Google Shape;101;p17"/>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02" name="Google Shape;102;p17"/>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103" name="Shape 103"/>
        <p:cNvGrpSpPr/>
        <p:nvPr/>
      </p:nvGrpSpPr>
      <p:grpSpPr>
        <a:xfrm>
          <a:off x="0" y="0"/>
          <a:ext cx="0" cy="0"/>
          <a:chOff x="0" y="0"/>
          <a:chExt cx="0" cy="0"/>
        </a:xfrm>
      </p:grpSpPr>
      <p:sp>
        <p:nvSpPr>
          <p:cNvPr id="104" name="Google Shape;104;p18"/>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5" name="Google Shape;105;p18"/>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06" name="Google Shape;106;p18"/>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07" name="Google Shape;107;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08" name="Google Shape;108;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09" name="Google Shape;109;p18"/>
          <p:cNvSpPr/>
          <p:nvPr>
            <p:ph idx="3" type="pic"/>
          </p:nvPr>
        </p:nvSpPr>
        <p:spPr>
          <a:xfrm>
            <a:off x="988450" y="2967538"/>
            <a:ext cx="1264200" cy="1258500"/>
          </a:xfrm>
          <a:prstGeom prst="roundRect">
            <a:avLst>
              <a:gd fmla="val 16718" name="adj"/>
            </a:avLst>
          </a:prstGeom>
          <a:noFill/>
          <a:ln>
            <a:noFill/>
          </a:ln>
        </p:spPr>
      </p:sp>
      <p:sp>
        <p:nvSpPr>
          <p:cNvPr id="110" name="Google Shape;110;p18"/>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1" name="Google Shape;111;p18"/>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2" name="Google Shape;112;p18"/>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13" name="Google Shape;113;p18"/>
          <p:cNvSpPr/>
          <p:nvPr>
            <p:ph idx="7" type="pic"/>
          </p:nvPr>
        </p:nvSpPr>
        <p:spPr>
          <a:xfrm>
            <a:off x="4685500" y="1169975"/>
            <a:ext cx="1264200" cy="1258500"/>
          </a:xfrm>
          <a:prstGeom prst="roundRect">
            <a:avLst>
              <a:gd fmla="val 16718" name="adj"/>
            </a:avLst>
          </a:prstGeom>
          <a:noFill/>
          <a:ln>
            <a:noFill/>
          </a:ln>
        </p:spPr>
      </p:sp>
      <p:sp>
        <p:nvSpPr>
          <p:cNvPr id="114" name="Google Shape;114;p18"/>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5" name="Google Shape;115;p18"/>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6" name="Google Shape;116;p18"/>
          <p:cNvSpPr/>
          <p:nvPr>
            <p:ph idx="13" type="pic"/>
          </p:nvPr>
        </p:nvSpPr>
        <p:spPr>
          <a:xfrm>
            <a:off x="4685500" y="2967538"/>
            <a:ext cx="1264200" cy="1258500"/>
          </a:xfrm>
          <a:prstGeom prst="roundRect">
            <a:avLst>
              <a:gd fmla="val 16718" name="adj"/>
            </a:avLst>
          </a:prstGeom>
          <a:noFill/>
          <a:ln>
            <a:noFill/>
          </a:ln>
        </p:spPr>
      </p:sp>
      <p:sp>
        <p:nvSpPr>
          <p:cNvPr id="117" name="Google Shape;117;p18"/>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18" name="Google Shape;118;p18"/>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19" name="Google Shape;119;p18"/>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120" name="Google Shape;120;p18"/>
          <p:cNvSpPr/>
          <p:nvPr>
            <p:ph idx="17" type="pic"/>
          </p:nvPr>
        </p:nvSpPr>
        <p:spPr>
          <a:xfrm>
            <a:off x="988450" y="1169975"/>
            <a:ext cx="1264200" cy="1258500"/>
          </a:xfrm>
          <a:prstGeom prst="roundRect">
            <a:avLst>
              <a:gd fmla="val 16718" name="adj"/>
            </a:avLst>
          </a:prstGeom>
          <a:noFill/>
          <a:ln>
            <a:noFill/>
          </a:ln>
        </p:spPr>
      </p:sp>
      <p:sp>
        <p:nvSpPr>
          <p:cNvPr id="121" name="Google Shape;121;p18"/>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122" name="Google Shape;122;p18"/>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123" name="Google Shape;123;p18"/>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124" name="Shape 124"/>
        <p:cNvGrpSpPr/>
        <p:nvPr/>
      </p:nvGrpSpPr>
      <p:grpSpPr>
        <a:xfrm>
          <a:off x="0" y="0"/>
          <a:ext cx="0" cy="0"/>
          <a:chOff x="0" y="0"/>
          <a:chExt cx="0" cy="0"/>
        </a:xfrm>
      </p:grpSpPr>
      <p:sp>
        <p:nvSpPr>
          <p:cNvPr id="125" name="Google Shape;125;p19"/>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26" name="Google Shape;126;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27" name="Google Shape;127;p19"/>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128" name="Google Shape;128;p19"/>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129" name="Shape 129"/>
        <p:cNvGrpSpPr/>
        <p:nvPr/>
      </p:nvGrpSpPr>
      <p:grpSpPr>
        <a:xfrm>
          <a:off x="0" y="0"/>
          <a:ext cx="0" cy="0"/>
          <a:chOff x="0" y="0"/>
          <a:chExt cx="0" cy="0"/>
        </a:xfrm>
      </p:grpSpPr>
      <p:sp>
        <p:nvSpPr>
          <p:cNvPr id="130" name="Google Shape;130;p20"/>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1" name="Google Shape;131;p20"/>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2" name="Google Shape;132;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3" name="Google Shape;133;p2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34" name="Google Shape;134;p20"/>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135" name="Shape 135"/>
        <p:cNvGrpSpPr/>
        <p:nvPr/>
      </p:nvGrpSpPr>
      <p:grpSpPr>
        <a:xfrm>
          <a:off x="0" y="0"/>
          <a:ext cx="0" cy="0"/>
          <a:chOff x="0" y="0"/>
          <a:chExt cx="0" cy="0"/>
        </a:xfrm>
      </p:grpSpPr>
      <p:sp>
        <p:nvSpPr>
          <p:cNvPr id="136" name="Google Shape;136;p21"/>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137" name="Google Shape;137;p21"/>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138" name="Google Shape;138;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39" name="Google Shape;139;p21"/>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140" name="Shape 140"/>
        <p:cNvGrpSpPr/>
        <p:nvPr/>
      </p:nvGrpSpPr>
      <p:grpSpPr>
        <a:xfrm>
          <a:off x="0" y="0"/>
          <a:ext cx="0" cy="0"/>
          <a:chOff x="0" y="0"/>
          <a:chExt cx="0" cy="0"/>
        </a:xfrm>
      </p:grpSpPr>
      <p:pic>
        <p:nvPicPr>
          <p:cNvPr id="141" name="Google Shape;141;p22"/>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142" name="Google Shape;142;p22"/>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143" name="Google Shape;143;p22"/>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144" name="Google Shape;144;p22"/>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45" name="Shape 145"/>
        <p:cNvGrpSpPr/>
        <p:nvPr/>
      </p:nvGrpSpPr>
      <p:grpSpPr>
        <a:xfrm>
          <a:off x="0" y="0"/>
          <a:ext cx="0" cy="0"/>
          <a:chOff x="0" y="0"/>
          <a:chExt cx="0" cy="0"/>
        </a:xfrm>
      </p:grpSpPr>
      <p:sp>
        <p:nvSpPr>
          <p:cNvPr id="146" name="Google Shape;146;p23"/>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47" name="Google Shape;147;p23"/>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8" name="Google Shape;148;p23"/>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49" name="Google Shape;149;p23"/>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0" name="Google Shape;150;p23"/>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1" name="Google Shape;151;p23"/>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52" name="Google Shape;152;p23"/>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53" name="Google Shape;153;p23"/>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54" name="Google Shape;154;p23"/>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5" name="Google Shape;155;p23"/>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6" name="Google Shape;156;p23"/>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7" name="Google Shape;157;p23"/>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8" name="Google Shape;158;p23"/>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59" name="Google Shape;159;p23"/>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60" name="Google Shape;160;p23"/>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1" name="Google Shape;161;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62" name="Google Shape;162;p23"/>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3" name="Google Shape;163;p23"/>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4" name="Google Shape;164;p23"/>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5" name="Google Shape;165;p23"/>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6" name="Google Shape;166;p23"/>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7" name="Google Shape;167;p23"/>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68" name="Google Shape;168;p23"/>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69"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71" name="Google Shape;171;p24"/>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72" name="Google Shape;172;p24"/>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3" name="Google Shape;173;p2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74" name="Google Shape;174;p24"/>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75" name="Google Shape;175;p24"/>
          <p:cNvSpPr/>
          <p:nvPr>
            <p:ph idx="2" type="pic"/>
          </p:nvPr>
        </p:nvSpPr>
        <p:spPr>
          <a:xfrm>
            <a:off x="5212300" y="460300"/>
            <a:ext cx="3702900" cy="4136100"/>
          </a:xfrm>
          <a:prstGeom prst="roundRect">
            <a:avLst>
              <a:gd fmla="val 6865" name="adj"/>
            </a:avLst>
          </a:prstGeom>
          <a:noFill/>
          <a:ln>
            <a:noFill/>
          </a:ln>
        </p:spPr>
      </p:sp>
      <p:sp>
        <p:nvSpPr>
          <p:cNvPr id="176" name="Google Shape;176;p24"/>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7" name="Google Shape;177;p24"/>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78" name="Google Shape;178;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79" name="Google Shape;179;p2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80" name="Shape 180"/>
        <p:cNvGrpSpPr/>
        <p:nvPr/>
      </p:nvGrpSpPr>
      <p:grpSpPr>
        <a:xfrm>
          <a:off x="0" y="0"/>
          <a:ext cx="0" cy="0"/>
          <a:chOff x="0" y="0"/>
          <a:chExt cx="0" cy="0"/>
        </a:xfrm>
      </p:grpSpPr>
      <p:pic>
        <p:nvPicPr>
          <p:cNvPr id="181" name="Google Shape;181;p25"/>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82" name="Google Shape;182;p25"/>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83" name="Google Shape;183;p25"/>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84" name="Google Shape;184;p25"/>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85" name="Google Shape;185;p25"/>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86" name="Google Shape;186;p2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87" name="Google Shape;187;p25"/>
          <p:cNvSpPr/>
          <p:nvPr>
            <p:ph idx="2" type="pic"/>
          </p:nvPr>
        </p:nvSpPr>
        <p:spPr>
          <a:xfrm>
            <a:off x="5212300" y="460300"/>
            <a:ext cx="3702900" cy="4136100"/>
          </a:xfrm>
          <a:prstGeom prst="roundRect">
            <a:avLst>
              <a:gd fmla="val 6865" name="adj"/>
            </a:avLst>
          </a:prstGeom>
          <a:noFill/>
          <a:ln>
            <a:noFill/>
          </a:ln>
        </p:spPr>
      </p:sp>
      <p:sp>
        <p:nvSpPr>
          <p:cNvPr id="188" name="Google Shape;188;p2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89" name="Google Shape;189;p25"/>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0" name="Google Shape;190;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1" name="Google Shape;191;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92" name="Shape 192"/>
        <p:cNvGrpSpPr/>
        <p:nvPr/>
      </p:nvGrpSpPr>
      <p:grpSpPr>
        <a:xfrm>
          <a:off x="0" y="0"/>
          <a:ext cx="0" cy="0"/>
          <a:chOff x="0" y="0"/>
          <a:chExt cx="0" cy="0"/>
        </a:xfrm>
      </p:grpSpPr>
      <p:pic>
        <p:nvPicPr>
          <p:cNvPr id="193" name="Google Shape;193;p26"/>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94" name="Google Shape;194;p26"/>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95" name="Google Shape;195;p26"/>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96" name="Google Shape;196;p26"/>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97" name="Google Shape;197;p26"/>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98" name="Google Shape;198;p26"/>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99" name="Google Shape;199;p26"/>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0" name="Google Shape;200;p26"/>
          <p:cNvSpPr/>
          <p:nvPr>
            <p:ph idx="2" type="pic"/>
          </p:nvPr>
        </p:nvSpPr>
        <p:spPr>
          <a:xfrm>
            <a:off x="313800" y="460300"/>
            <a:ext cx="3702900" cy="4136100"/>
          </a:xfrm>
          <a:prstGeom prst="roundRect">
            <a:avLst>
              <a:gd fmla="val 6865" name="adj"/>
            </a:avLst>
          </a:prstGeom>
          <a:noFill/>
          <a:ln>
            <a:noFill/>
          </a:ln>
        </p:spPr>
      </p:sp>
      <p:sp>
        <p:nvSpPr>
          <p:cNvPr id="201" name="Google Shape;201;p26"/>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02" name="Google Shape;202;p2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203" name="Google Shape;203;p26"/>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204" name="Shape 204"/>
        <p:cNvGrpSpPr/>
        <p:nvPr/>
      </p:nvGrpSpPr>
      <p:grpSpPr>
        <a:xfrm>
          <a:off x="0" y="0"/>
          <a:ext cx="0" cy="0"/>
          <a:chOff x="0" y="0"/>
          <a:chExt cx="0" cy="0"/>
        </a:xfrm>
      </p:grpSpPr>
      <p:pic>
        <p:nvPicPr>
          <p:cNvPr id="205" name="Google Shape;205;p27"/>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206" name="Google Shape;206;p27"/>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207" name="Google Shape;207;p27"/>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208" name="Google Shape;208;p27"/>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09" name="Google Shape;209;p27"/>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210" name="Google Shape;210;p27"/>
          <p:cNvSpPr/>
          <p:nvPr>
            <p:ph idx="2" type="pic"/>
          </p:nvPr>
        </p:nvSpPr>
        <p:spPr>
          <a:xfrm>
            <a:off x="5212300" y="460300"/>
            <a:ext cx="3702900" cy="4136100"/>
          </a:xfrm>
          <a:prstGeom prst="roundRect">
            <a:avLst>
              <a:gd fmla="val 6865" name="adj"/>
            </a:avLst>
          </a:prstGeom>
          <a:noFill/>
          <a:ln>
            <a:noFill/>
          </a:ln>
        </p:spPr>
      </p:sp>
      <p:sp>
        <p:nvSpPr>
          <p:cNvPr id="211" name="Google Shape;211;p27"/>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2" name="Google Shape;212;p27"/>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213" name="Google Shape;213;p2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214" name="Google Shape;214;p2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215" name="Shape 215"/>
        <p:cNvGrpSpPr/>
        <p:nvPr/>
      </p:nvGrpSpPr>
      <p:grpSpPr>
        <a:xfrm>
          <a:off x="0" y="0"/>
          <a:ext cx="0" cy="0"/>
          <a:chOff x="0" y="0"/>
          <a:chExt cx="0" cy="0"/>
        </a:xfrm>
      </p:grpSpPr>
      <p:sp>
        <p:nvSpPr>
          <p:cNvPr id="216" name="Google Shape;216;p28"/>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28"/>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28"/>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9" name="Google Shape;219;p28"/>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220" name="Google Shape;220;p28"/>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1" name="Google Shape;221;p28"/>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222" name="Google Shape;222;p2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23" name="Google Shape;223;p2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4" name="Google Shape;224;p28"/>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225" name="Shape 225"/>
        <p:cNvGrpSpPr/>
        <p:nvPr/>
      </p:nvGrpSpPr>
      <p:grpSpPr>
        <a:xfrm>
          <a:off x="0" y="0"/>
          <a:ext cx="0" cy="0"/>
          <a:chOff x="0" y="0"/>
          <a:chExt cx="0" cy="0"/>
        </a:xfrm>
      </p:grpSpPr>
      <p:pic>
        <p:nvPicPr>
          <p:cNvPr id="226" name="Google Shape;226;p29"/>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227" name="Google Shape;227;p29"/>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228" name="Google Shape;228;p29"/>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29" name="Google Shape;229;p29"/>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230" name="Google Shape;230;p29"/>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231" name="Google Shape;231;p29"/>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29"/>
          <p:cNvSpPr/>
          <p:nvPr>
            <p:ph idx="5" type="pic"/>
          </p:nvPr>
        </p:nvSpPr>
        <p:spPr>
          <a:xfrm>
            <a:off x="309350" y="1425725"/>
            <a:ext cx="1409700" cy="1409700"/>
          </a:xfrm>
          <a:prstGeom prst="roundRect">
            <a:avLst>
              <a:gd fmla="val 16667" name="adj"/>
            </a:avLst>
          </a:prstGeom>
          <a:noFill/>
          <a:ln>
            <a:noFill/>
          </a:ln>
        </p:spPr>
      </p:sp>
      <p:pic>
        <p:nvPicPr>
          <p:cNvPr id="233" name="Google Shape;233;p29"/>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234" name="Google Shape;234;p29"/>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235" name="Google Shape;235;p29"/>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236" name="Google Shape;236;p2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7" name="Google Shape;237;p29"/>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238" name="Shape 238"/>
        <p:cNvGrpSpPr/>
        <p:nvPr/>
      </p:nvGrpSpPr>
      <p:grpSpPr>
        <a:xfrm>
          <a:off x="0" y="0"/>
          <a:ext cx="0" cy="0"/>
          <a:chOff x="0" y="0"/>
          <a:chExt cx="0" cy="0"/>
        </a:xfrm>
      </p:grpSpPr>
      <p:pic>
        <p:nvPicPr>
          <p:cNvPr id="239" name="Google Shape;239;p3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40" name="Google Shape;240;p30"/>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1" name="Google Shape;241;p30"/>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2" name="Google Shape;242;p30"/>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3" name="Google Shape;243;p30"/>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4" name="Google Shape;244;p30"/>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5" name="Google Shape;245;p30"/>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6" name="Google Shape;246;p30"/>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7" name="Google Shape;247;p30"/>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8" name="Google Shape;248;p30"/>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49" name="Google Shape;249;p30"/>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50" name="Google Shape;250;p30"/>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1" name="Google Shape;251;p30"/>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2" name="Google Shape;252;p30"/>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3" name="Google Shape;253;p30"/>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54" name="Google Shape;254;p30"/>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55" name="Google Shape;255;p30"/>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6" name="Google Shape;256;p30"/>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7" name="Google Shape;257;p30"/>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8" name="Google Shape;258;p30"/>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9" name="Google Shape;259;p30"/>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0" name="Google Shape;260;p30"/>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61" name="Google Shape;261;p30"/>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2" name="Google Shape;262;p30"/>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3" name="Google Shape;263;p30"/>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64" name="Google Shape;264;p30"/>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5" name="Google Shape;265;p3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66" name="Google Shape;266;p3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67" name="Shape 267"/>
        <p:cNvGrpSpPr/>
        <p:nvPr/>
      </p:nvGrpSpPr>
      <p:grpSpPr>
        <a:xfrm>
          <a:off x="0" y="0"/>
          <a:ext cx="0" cy="0"/>
          <a:chOff x="0" y="0"/>
          <a:chExt cx="0" cy="0"/>
        </a:xfrm>
      </p:grpSpPr>
      <p:pic>
        <p:nvPicPr>
          <p:cNvPr id="268" name="Google Shape;268;p3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69" name="Google Shape;269;p31"/>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0" name="Google Shape;270;p31"/>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1" name="Google Shape;271;p31"/>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72" name="Google Shape;272;p31"/>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3" name="Google Shape;273;p31"/>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74" name="Google Shape;274;p31"/>
          <p:cNvSpPr/>
          <p:nvPr>
            <p:ph idx="5" type="pic"/>
          </p:nvPr>
        </p:nvSpPr>
        <p:spPr>
          <a:xfrm>
            <a:off x="309350" y="952800"/>
            <a:ext cx="2754000" cy="1634100"/>
          </a:xfrm>
          <a:prstGeom prst="roundRect">
            <a:avLst>
              <a:gd fmla="val 16667" name="adj"/>
            </a:avLst>
          </a:prstGeom>
          <a:noFill/>
          <a:ln>
            <a:noFill/>
          </a:ln>
        </p:spPr>
      </p:sp>
      <p:sp>
        <p:nvSpPr>
          <p:cNvPr id="275" name="Google Shape;275;p31"/>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76" name="Google Shape;276;p31"/>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77" name="Google Shape;277;p31"/>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78" name="Google Shape;278;p3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9" name="Google Shape;279;p31"/>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0" name="Google Shape;280;p31"/>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81" name="Shape 281"/>
        <p:cNvGrpSpPr/>
        <p:nvPr/>
      </p:nvGrpSpPr>
      <p:grpSpPr>
        <a:xfrm>
          <a:off x="0" y="0"/>
          <a:ext cx="0" cy="0"/>
          <a:chOff x="0" y="0"/>
          <a:chExt cx="0" cy="0"/>
        </a:xfrm>
      </p:grpSpPr>
      <p:pic>
        <p:nvPicPr>
          <p:cNvPr id="282" name="Google Shape;282;p3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3" name="Google Shape;283;p32"/>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4" name="Google Shape;284;p32"/>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85" name="Google Shape;285;p32"/>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86" name="Google Shape;286;p32"/>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7" name="Google Shape;287;p32"/>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8" name="Google Shape;288;p32"/>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89" name="Google Shape;289;p32"/>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0" name="Google Shape;290;p3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1" name="Google Shape;291;p32"/>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2" name="Google Shape;292;p32"/>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3" name="Google Shape;293;p32"/>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4" name="Google Shape;294;p32"/>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95" name="Google Shape;295;p32"/>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6" name="Google Shape;296;p32"/>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7" name="Google Shape;297;p32"/>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8" name="Google Shape;298;p32"/>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9" name="Google Shape;299;p32"/>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0" name="Google Shape;300;p32"/>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301" name="Google Shape;301;p32"/>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2" name="Google Shape;302;p32"/>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3" name="Google Shape;303;p32"/>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4" name="Google Shape;304;p32"/>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305" name="Google Shape;305;p32"/>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6" name="Google Shape;306;p32"/>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7" name="Google Shape;307;p32"/>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8" name="Google Shape;308;p32"/>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09" name="Google Shape;309;p32"/>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310" name="Shape 310"/>
        <p:cNvGrpSpPr/>
        <p:nvPr/>
      </p:nvGrpSpPr>
      <p:grpSpPr>
        <a:xfrm>
          <a:off x="0" y="0"/>
          <a:ext cx="0" cy="0"/>
          <a:chOff x="0" y="0"/>
          <a:chExt cx="0" cy="0"/>
        </a:xfrm>
      </p:grpSpPr>
      <p:sp>
        <p:nvSpPr>
          <p:cNvPr id="311" name="Google Shape;311;p33"/>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2" name="Google Shape;312;p33"/>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3" name="Google Shape;313;p33"/>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14" name="Google Shape;314;p33"/>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15" name="Google Shape;315;p33"/>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16" name="Google Shape;316;p33"/>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7" name="Google Shape;317;p3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18" name="Google Shape;318;p33"/>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19" name="Google Shape;319;p33"/>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320" name="Google Shape;320;p33"/>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321" name="Google Shape;321;p3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22" name="Google Shape;322;p33"/>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323" name="Shape 323"/>
        <p:cNvGrpSpPr/>
        <p:nvPr/>
      </p:nvGrpSpPr>
      <p:grpSpPr>
        <a:xfrm>
          <a:off x="0" y="0"/>
          <a:ext cx="0" cy="0"/>
          <a:chOff x="0" y="0"/>
          <a:chExt cx="0" cy="0"/>
        </a:xfrm>
      </p:grpSpPr>
      <p:pic>
        <p:nvPicPr>
          <p:cNvPr id="324" name="Google Shape;324;p34"/>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325" name="Google Shape;325;p3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6" name="Google Shape;326;p34"/>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7" name="Google Shape;327;p34"/>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8" name="Google Shape;328;p34"/>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29" name="Google Shape;329;p34"/>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0" name="Google Shape;330;p34"/>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1" name="Google Shape;331;p34"/>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2" name="Google Shape;332;p34"/>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3" name="Google Shape;333;p34"/>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4" name="Google Shape;334;p34"/>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5" name="Google Shape;335;p34"/>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6" name="Google Shape;336;p34"/>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337" name="Google Shape;337;p3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8" name="Google Shape;338;p3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339" name="Shape 339"/>
        <p:cNvGrpSpPr/>
        <p:nvPr/>
      </p:nvGrpSpPr>
      <p:grpSpPr>
        <a:xfrm>
          <a:off x="0" y="0"/>
          <a:ext cx="0" cy="0"/>
          <a:chOff x="0" y="0"/>
          <a:chExt cx="0" cy="0"/>
        </a:xfrm>
      </p:grpSpPr>
      <p:sp>
        <p:nvSpPr>
          <p:cNvPr id="340" name="Google Shape;340;p35"/>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1" name="Google Shape;341;p35"/>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2" name="Google Shape;342;p35"/>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3" name="Google Shape;343;p35"/>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344" name="Google Shape;344;p35"/>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45" name="Google Shape;345;p35"/>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46" name="Google Shape;346;p35"/>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7" name="Google Shape;347;p35"/>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48" name="Google Shape;348;p35"/>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49" name="Google Shape;349;p35"/>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0" name="Google Shape;350;p3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51" name="Google Shape;351;p35"/>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52" name="Google Shape;352;p3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3" name="Google Shape;353;p35"/>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54" name="Shape 354"/>
        <p:cNvGrpSpPr/>
        <p:nvPr/>
      </p:nvGrpSpPr>
      <p:grpSpPr>
        <a:xfrm>
          <a:off x="0" y="0"/>
          <a:ext cx="0" cy="0"/>
          <a:chOff x="0" y="0"/>
          <a:chExt cx="0" cy="0"/>
        </a:xfrm>
      </p:grpSpPr>
      <p:sp>
        <p:nvSpPr>
          <p:cNvPr id="355" name="Google Shape;355;p36"/>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56" name="Google Shape;356;p36"/>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57" name="Google Shape;357;p3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58" name="Google Shape;358;p36"/>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59" name="Google Shape;359;p36"/>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60" name="Google Shape;360;p36"/>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61" name="Google Shape;361;p36"/>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2" name="Google Shape;362;p36"/>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63" name="Google Shape;363;p36"/>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64" name="Shape 364"/>
        <p:cNvGrpSpPr/>
        <p:nvPr/>
      </p:nvGrpSpPr>
      <p:grpSpPr>
        <a:xfrm>
          <a:off x="0" y="0"/>
          <a:ext cx="0" cy="0"/>
          <a:chOff x="0" y="0"/>
          <a:chExt cx="0" cy="0"/>
        </a:xfrm>
      </p:grpSpPr>
      <p:pic>
        <p:nvPicPr>
          <p:cNvPr id="365" name="Google Shape;365;p37"/>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66" name="Google Shape;366;p3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67" name="Google Shape;367;p37"/>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68" name="Google Shape;368;p37"/>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69" name="Google Shape;369;p37"/>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70" name="Google Shape;370;p37"/>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71" name="Google Shape;371;p37"/>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72" name="Shape 372"/>
        <p:cNvGrpSpPr/>
        <p:nvPr/>
      </p:nvGrpSpPr>
      <p:grpSpPr>
        <a:xfrm>
          <a:off x="0" y="0"/>
          <a:ext cx="0" cy="0"/>
          <a:chOff x="0" y="0"/>
          <a:chExt cx="0" cy="0"/>
        </a:xfrm>
      </p:grpSpPr>
      <p:sp>
        <p:nvSpPr>
          <p:cNvPr id="373" name="Google Shape;373;p38"/>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74" name="Shape 374"/>
        <p:cNvGrpSpPr/>
        <p:nvPr/>
      </p:nvGrpSpPr>
      <p:grpSpPr>
        <a:xfrm>
          <a:off x="0" y="0"/>
          <a:ext cx="0" cy="0"/>
          <a:chOff x="0" y="0"/>
          <a:chExt cx="0" cy="0"/>
        </a:xfrm>
      </p:grpSpPr>
      <p:sp>
        <p:nvSpPr>
          <p:cNvPr id="375" name="Google Shape;375;p3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6" name="Google Shape;376;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77" name="Shape 377"/>
        <p:cNvGrpSpPr/>
        <p:nvPr/>
      </p:nvGrpSpPr>
      <p:grpSpPr>
        <a:xfrm>
          <a:off x="0" y="0"/>
          <a:ext cx="0" cy="0"/>
          <a:chOff x="0" y="0"/>
          <a:chExt cx="0" cy="0"/>
        </a:xfrm>
      </p:grpSpPr>
      <p:sp>
        <p:nvSpPr>
          <p:cNvPr id="378" name="Google Shape;37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79" name="Google Shape;379;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40"/>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81" name="Shape 381"/>
        <p:cNvGrpSpPr/>
        <p:nvPr/>
      </p:nvGrpSpPr>
      <p:grpSpPr>
        <a:xfrm>
          <a:off x="0" y="0"/>
          <a:ext cx="0" cy="0"/>
          <a:chOff x="0" y="0"/>
          <a:chExt cx="0" cy="0"/>
        </a:xfrm>
      </p:grpSpPr>
      <p:sp>
        <p:nvSpPr>
          <p:cNvPr id="382" name="Google Shape;382;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83" name="Shape 383"/>
        <p:cNvGrpSpPr/>
        <p:nvPr/>
      </p:nvGrpSpPr>
      <p:grpSpPr>
        <a:xfrm>
          <a:off x="0" y="0"/>
          <a:ext cx="0" cy="0"/>
          <a:chOff x="0" y="0"/>
          <a:chExt cx="0" cy="0"/>
        </a:xfrm>
      </p:grpSpPr>
      <p:sp>
        <p:nvSpPr>
          <p:cNvPr id="384" name="Google Shape;384;p42"/>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85" name="Google Shape;385;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86" name="Shape 386"/>
        <p:cNvGrpSpPr/>
        <p:nvPr/>
      </p:nvGrpSpPr>
      <p:grpSpPr>
        <a:xfrm>
          <a:off x="0" y="0"/>
          <a:ext cx="0" cy="0"/>
          <a:chOff x="0" y="0"/>
          <a:chExt cx="0" cy="0"/>
        </a:xfrm>
      </p:grpSpPr>
      <p:sp>
        <p:nvSpPr>
          <p:cNvPr id="387" name="Google Shape;387;p43"/>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88" name="Google Shape;388;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9" name="Google Shape;389;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90" name="Shape 390"/>
        <p:cNvGrpSpPr/>
        <p:nvPr/>
      </p:nvGrpSpPr>
      <p:grpSpPr>
        <a:xfrm>
          <a:off x="0" y="0"/>
          <a:ext cx="0" cy="0"/>
          <a:chOff x="0" y="0"/>
          <a:chExt cx="0" cy="0"/>
        </a:xfrm>
      </p:grpSpPr>
      <p:sp>
        <p:nvSpPr>
          <p:cNvPr id="391" name="Google Shape;39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92" name="Shape 392"/>
        <p:cNvGrpSpPr/>
        <p:nvPr/>
      </p:nvGrpSpPr>
      <p:grpSpPr>
        <a:xfrm>
          <a:off x="0" y="0"/>
          <a:ext cx="0" cy="0"/>
          <a:chOff x="0" y="0"/>
          <a:chExt cx="0" cy="0"/>
        </a:xfrm>
      </p:grpSpPr>
      <p:sp>
        <p:nvSpPr>
          <p:cNvPr id="393" name="Google Shape;393;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94" name="Google Shape;394;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5" name="Shape 395"/>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6" name="Shape 396"/>
        <p:cNvGrpSpPr/>
        <p:nvPr/>
      </p:nvGrpSpPr>
      <p:grpSpPr>
        <a:xfrm>
          <a:off x="0" y="0"/>
          <a:ext cx="0" cy="0"/>
          <a:chOff x="0" y="0"/>
          <a:chExt cx="0" cy="0"/>
        </a:xfrm>
      </p:grpSpPr>
      <p:sp>
        <p:nvSpPr>
          <p:cNvPr id="397" name="Google Shape;397;p47"/>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8" name="Google Shape;398;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1" name="Google Shape;401;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2" name="Google Shape;402;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3" name="Google Shape;403;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4" name="Shape 404"/>
        <p:cNvGrpSpPr/>
        <p:nvPr/>
      </p:nvGrpSpPr>
      <p:grpSpPr>
        <a:xfrm>
          <a:off x="0" y="0"/>
          <a:ext cx="0" cy="0"/>
          <a:chOff x="0" y="0"/>
          <a:chExt cx="0" cy="0"/>
        </a:xfrm>
      </p:grpSpPr>
      <p:sp>
        <p:nvSpPr>
          <p:cNvPr id="405" name="Google Shape;405;p4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7" name="Google Shape;407;p4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8" name="Shape 408"/>
        <p:cNvGrpSpPr/>
        <p:nvPr/>
      </p:nvGrpSpPr>
      <p:grpSpPr>
        <a:xfrm>
          <a:off x="0" y="0"/>
          <a:ext cx="0" cy="0"/>
          <a:chOff x="0" y="0"/>
          <a:chExt cx="0" cy="0"/>
        </a:xfrm>
      </p:grpSpPr>
      <p:sp>
        <p:nvSpPr>
          <p:cNvPr id="409" name="Google Shape;409;p49"/>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0" name="Google Shape;410;p4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2" name="Google Shape;412;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4" name="Shape 414"/>
        <p:cNvGrpSpPr/>
        <p:nvPr/>
      </p:nvGrpSpPr>
      <p:grpSpPr>
        <a:xfrm>
          <a:off x="0" y="0"/>
          <a:ext cx="0" cy="0"/>
          <a:chOff x="0" y="0"/>
          <a:chExt cx="0" cy="0"/>
        </a:xfrm>
      </p:grpSpPr>
      <p:sp>
        <p:nvSpPr>
          <p:cNvPr id="415" name="Google Shape;415;p5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6" name="Google Shape;416;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7" name="Google Shape;417;p50"/>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18" name="Google Shape;418;p5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5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0" name="Google Shape;420;p5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1" name="Google Shape;421;p5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2" name="Shape 422"/>
        <p:cNvGrpSpPr/>
        <p:nvPr/>
      </p:nvGrpSpPr>
      <p:grpSpPr>
        <a:xfrm>
          <a:off x="0" y="0"/>
          <a:ext cx="0" cy="0"/>
          <a:chOff x="0" y="0"/>
          <a:chExt cx="0" cy="0"/>
        </a:xfrm>
      </p:grpSpPr>
      <p:sp>
        <p:nvSpPr>
          <p:cNvPr id="423" name="Google Shape;423;p5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4" name="Google Shape;424;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5" name="Google Shape;425;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6" name="Google Shape;426;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7" name="Google Shape;427;p51"/>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428" name="Google Shape;428;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2" name="Shape 432"/>
        <p:cNvGrpSpPr/>
        <p:nvPr/>
      </p:nvGrpSpPr>
      <p:grpSpPr>
        <a:xfrm>
          <a:off x="0" y="0"/>
          <a:ext cx="0" cy="0"/>
          <a:chOff x="0" y="0"/>
          <a:chExt cx="0" cy="0"/>
        </a:xfrm>
      </p:grpSpPr>
      <p:sp>
        <p:nvSpPr>
          <p:cNvPr id="433" name="Google Shape;433;p5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34" name="Google Shape;434;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5" name="Shape 435"/>
        <p:cNvGrpSpPr/>
        <p:nvPr/>
      </p:nvGrpSpPr>
      <p:grpSpPr>
        <a:xfrm>
          <a:off x="0" y="0"/>
          <a:ext cx="0" cy="0"/>
          <a:chOff x="0" y="0"/>
          <a:chExt cx="0" cy="0"/>
        </a:xfrm>
      </p:grpSpPr>
      <p:sp>
        <p:nvSpPr>
          <p:cNvPr id="436" name="Google Shape;436;p5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7" name="Google Shape;437;p53"/>
          <p:cNvSpPr/>
          <p:nvPr>
            <p:ph idx="2" type="pic"/>
          </p:nvPr>
        </p:nvSpPr>
        <p:spPr>
          <a:xfrm>
            <a:off x="4804825" y="1133300"/>
            <a:ext cx="4027500" cy="2392800"/>
          </a:xfrm>
          <a:prstGeom prst="rect">
            <a:avLst/>
          </a:prstGeom>
          <a:noFill/>
          <a:ln>
            <a:noFill/>
          </a:ln>
        </p:spPr>
      </p:sp>
      <p:sp>
        <p:nvSpPr>
          <p:cNvPr id="438" name="Google Shape;438;p53"/>
          <p:cNvSpPr/>
          <p:nvPr>
            <p:ph idx="3" type="pic"/>
          </p:nvPr>
        </p:nvSpPr>
        <p:spPr>
          <a:xfrm>
            <a:off x="311725" y="1133300"/>
            <a:ext cx="4027500" cy="2392800"/>
          </a:xfrm>
          <a:prstGeom prst="rect">
            <a:avLst/>
          </a:prstGeom>
          <a:noFill/>
          <a:ln>
            <a:noFill/>
          </a:ln>
        </p:spPr>
      </p:sp>
      <p:sp>
        <p:nvSpPr>
          <p:cNvPr id="439" name="Google Shape;439;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0" name="Google Shape;440;p53"/>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41" name="Google Shape;441;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2" name="Google Shape;442;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3" name="Shape 443"/>
        <p:cNvGrpSpPr/>
        <p:nvPr/>
      </p:nvGrpSpPr>
      <p:grpSpPr>
        <a:xfrm>
          <a:off x="0" y="0"/>
          <a:ext cx="0" cy="0"/>
          <a:chOff x="0" y="0"/>
          <a:chExt cx="0" cy="0"/>
        </a:xfrm>
      </p:grpSpPr>
      <p:sp>
        <p:nvSpPr>
          <p:cNvPr id="444" name="Google Shape;444;p5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5" name="Google Shape;445;p54"/>
          <p:cNvSpPr/>
          <p:nvPr>
            <p:ph idx="2" type="pic"/>
          </p:nvPr>
        </p:nvSpPr>
        <p:spPr>
          <a:xfrm>
            <a:off x="6205225" y="1128325"/>
            <a:ext cx="2627100" cy="2273100"/>
          </a:xfrm>
          <a:prstGeom prst="rect">
            <a:avLst/>
          </a:prstGeom>
          <a:noFill/>
          <a:ln>
            <a:noFill/>
          </a:ln>
        </p:spPr>
      </p:sp>
      <p:sp>
        <p:nvSpPr>
          <p:cNvPr id="446" name="Google Shape;446;p54"/>
          <p:cNvSpPr/>
          <p:nvPr>
            <p:ph idx="3" type="pic"/>
          </p:nvPr>
        </p:nvSpPr>
        <p:spPr>
          <a:xfrm>
            <a:off x="311725" y="1128325"/>
            <a:ext cx="2627100" cy="2273100"/>
          </a:xfrm>
          <a:prstGeom prst="rect">
            <a:avLst/>
          </a:prstGeom>
          <a:noFill/>
          <a:ln>
            <a:noFill/>
          </a:ln>
        </p:spPr>
      </p:sp>
      <p:sp>
        <p:nvSpPr>
          <p:cNvPr id="447" name="Google Shape;447;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8" name="Google Shape;448;p54"/>
          <p:cNvSpPr/>
          <p:nvPr>
            <p:ph idx="5" type="pic"/>
          </p:nvPr>
        </p:nvSpPr>
        <p:spPr>
          <a:xfrm>
            <a:off x="3255250" y="1128325"/>
            <a:ext cx="2627100" cy="2273100"/>
          </a:xfrm>
          <a:prstGeom prst="rect">
            <a:avLst/>
          </a:prstGeom>
          <a:noFill/>
          <a:ln>
            <a:noFill/>
          </a:ln>
        </p:spPr>
      </p:sp>
      <p:sp>
        <p:nvSpPr>
          <p:cNvPr id="449" name="Google Shape;449;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0" name="Google Shape;450;p54"/>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51" name="Google Shape;451;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2" name="Google Shape;452;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3" name="Google Shape;453;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4" name="Shape 454"/>
        <p:cNvGrpSpPr/>
        <p:nvPr/>
      </p:nvGrpSpPr>
      <p:grpSpPr>
        <a:xfrm>
          <a:off x="0" y="0"/>
          <a:ext cx="0" cy="0"/>
          <a:chOff x="0" y="0"/>
          <a:chExt cx="0" cy="0"/>
        </a:xfrm>
      </p:grpSpPr>
      <p:sp>
        <p:nvSpPr>
          <p:cNvPr id="455" name="Google Shape;455;p5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56" name="Shape 456"/>
        <p:cNvGrpSpPr/>
        <p:nvPr/>
      </p:nvGrpSpPr>
      <p:grpSpPr>
        <a:xfrm>
          <a:off x="0" y="0"/>
          <a:ext cx="0" cy="0"/>
          <a:chOff x="0" y="0"/>
          <a:chExt cx="0" cy="0"/>
        </a:xfrm>
      </p:grpSpPr>
      <p:sp>
        <p:nvSpPr>
          <p:cNvPr id="457" name="Google Shape;457;p56"/>
          <p:cNvSpPr/>
          <p:nvPr>
            <p:ph idx="2" type="pic"/>
          </p:nvPr>
        </p:nvSpPr>
        <p:spPr>
          <a:xfrm>
            <a:off x="3389600" y="118913"/>
            <a:ext cx="1643700" cy="1535100"/>
          </a:xfrm>
          <a:prstGeom prst="rect">
            <a:avLst/>
          </a:prstGeom>
          <a:noFill/>
          <a:ln>
            <a:noFill/>
          </a:ln>
        </p:spPr>
      </p:sp>
      <p:sp>
        <p:nvSpPr>
          <p:cNvPr id="458" name="Google Shape;458;p56"/>
          <p:cNvSpPr/>
          <p:nvPr>
            <p:ph idx="3" type="pic"/>
          </p:nvPr>
        </p:nvSpPr>
        <p:spPr>
          <a:xfrm>
            <a:off x="5195935" y="118913"/>
            <a:ext cx="1643700" cy="1535100"/>
          </a:xfrm>
          <a:prstGeom prst="rect">
            <a:avLst/>
          </a:prstGeom>
          <a:noFill/>
          <a:ln>
            <a:noFill/>
          </a:ln>
        </p:spPr>
      </p:sp>
      <p:sp>
        <p:nvSpPr>
          <p:cNvPr id="459" name="Google Shape;459;p56"/>
          <p:cNvSpPr/>
          <p:nvPr>
            <p:ph idx="4" type="pic"/>
          </p:nvPr>
        </p:nvSpPr>
        <p:spPr>
          <a:xfrm>
            <a:off x="7002270" y="118913"/>
            <a:ext cx="1643700" cy="1535100"/>
          </a:xfrm>
          <a:prstGeom prst="rect">
            <a:avLst/>
          </a:prstGeom>
          <a:noFill/>
          <a:ln>
            <a:noFill/>
          </a:ln>
        </p:spPr>
      </p:sp>
      <p:sp>
        <p:nvSpPr>
          <p:cNvPr id="460" name="Google Shape;460;p56"/>
          <p:cNvSpPr/>
          <p:nvPr>
            <p:ph idx="5" type="pic"/>
          </p:nvPr>
        </p:nvSpPr>
        <p:spPr>
          <a:xfrm>
            <a:off x="3389588" y="1804212"/>
            <a:ext cx="1643700" cy="1535100"/>
          </a:xfrm>
          <a:prstGeom prst="rect">
            <a:avLst/>
          </a:prstGeom>
          <a:noFill/>
          <a:ln>
            <a:noFill/>
          </a:ln>
        </p:spPr>
      </p:sp>
      <p:sp>
        <p:nvSpPr>
          <p:cNvPr id="461" name="Google Shape;461;p56"/>
          <p:cNvSpPr/>
          <p:nvPr>
            <p:ph idx="6" type="pic"/>
          </p:nvPr>
        </p:nvSpPr>
        <p:spPr>
          <a:xfrm>
            <a:off x="5195922" y="1804212"/>
            <a:ext cx="1643700" cy="1535100"/>
          </a:xfrm>
          <a:prstGeom prst="rect">
            <a:avLst/>
          </a:prstGeom>
          <a:noFill/>
          <a:ln>
            <a:noFill/>
          </a:ln>
        </p:spPr>
      </p:sp>
      <p:sp>
        <p:nvSpPr>
          <p:cNvPr id="462" name="Google Shape;462;p56"/>
          <p:cNvSpPr/>
          <p:nvPr>
            <p:ph idx="7" type="pic"/>
          </p:nvPr>
        </p:nvSpPr>
        <p:spPr>
          <a:xfrm>
            <a:off x="7002257" y="1804212"/>
            <a:ext cx="1643700" cy="1535100"/>
          </a:xfrm>
          <a:prstGeom prst="rect">
            <a:avLst/>
          </a:prstGeom>
          <a:noFill/>
          <a:ln>
            <a:noFill/>
          </a:ln>
        </p:spPr>
      </p:sp>
      <p:sp>
        <p:nvSpPr>
          <p:cNvPr id="463" name="Google Shape;463;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64" name="Google Shape;464;p56"/>
          <p:cNvSpPr/>
          <p:nvPr>
            <p:ph idx="8" type="pic"/>
          </p:nvPr>
        </p:nvSpPr>
        <p:spPr>
          <a:xfrm>
            <a:off x="3389588" y="3489487"/>
            <a:ext cx="1643700" cy="1535100"/>
          </a:xfrm>
          <a:prstGeom prst="rect">
            <a:avLst/>
          </a:prstGeom>
          <a:noFill/>
          <a:ln>
            <a:noFill/>
          </a:ln>
        </p:spPr>
      </p:sp>
      <p:sp>
        <p:nvSpPr>
          <p:cNvPr id="465" name="Google Shape;465;p56"/>
          <p:cNvSpPr/>
          <p:nvPr>
            <p:ph idx="9" type="pic"/>
          </p:nvPr>
        </p:nvSpPr>
        <p:spPr>
          <a:xfrm>
            <a:off x="5195922" y="3489487"/>
            <a:ext cx="1643700" cy="1535100"/>
          </a:xfrm>
          <a:prstGeom prst="rect">
            <a:avLst/>
          </a:prstGeom>
          <a:noFill/>
          <a:ln>
            <a:noFill/>
          </a:ln>
        </p:spPr>
      </p:sp>
      <p:sp>
        <p:nvSpPr>
          <p:cNvPr id="466" name="Google Shape;466;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theme" Target="../theme/theme1.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52" name="Google Shape;52;p13"/>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53" name="Google Shape;53;p13"/>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57"/>
          <p:cNvSpPr txBox="1"/>
          <p:nvPr>
            <p:ph type="title"/>
          </p:nvPr>
        </p:nvSpPr>
        <p:spPr>
          <a:xfrm>
            <a:off x="570125" y="938250"/>
            <a:ext cx="83454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HealthAI</a:t>
            </a:r>
            <a:endParaRPr/>
          </a:p>
        </p:txBody>
      </p:sp>
      <p:sp>
        <p:nvSpPr>
          <p:cNvPr id="472" name="Google Shape;472;p57"/>
          <p:cNvSpPr txBox="1"/>
          <p:nvPr>
            <p:ph idx="1" type="subTitle"/>
          </p:nvPr>
        </p:nvSpPr>
        <p:spPr>
          <a:xfrm>
            <a:off x="2764563" y="2137825"/>
            <a:ext cx="4936500" cy="1866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 Advisor: Vijay Eranti</a:t>
            </a:r>
            <a:endParaRPr/>
          </a:p>
          <a:p>
            <a:pPr indent="0" lvl="0" marL="0" rtl="0" algn="l">
              <a:spcBef>
                <a:spcPts val="0"/>
              </a:spcBef>
              <a:spcAft>
                <a:spcPts val="0"/>
              </a:spcAft>
              <a:buNone/>
            </a:pPr>
            <a:r>
              <a:rPr lang="en"/>
              <a:t>Team Members: Vikranth Jakamukala</a:t>
            </a:r>
            <a:endParaRPr/>
          </a:p>
          <a:p>
            <a:pPr indent="457200" lvl="0" marL="914400" rtl="0" algn="l">
              <a:spcBef>
                <a:spcPts val="0"/>
              </a:spcBef>
              <a:spcAft>
                <a:spcPts val="0"/>
              </a:spcAft>
              <a:buNone/>
            </a:pPr>
            <a:r>
              <a:rPr lang="en"/>
              <a:t>   Dustin Nguyen</a:t>
            </a:r>
            <a:endParaRPr/>
          </a:p>
          <a:p>
            <a:pPr indent="0" lvl="0" marL="0" rtl="0" algn="ctr">
              <a:spcBef>
                <a:spcPts val="0"/>
              </a:spcBef>
              <a:spcAft>
                <a:spcPts val="0"/>
              </a:spcAft>
              <a:buNone/>
            </a:pPr>
            <a:r>
              <a:rPr lang="en"/>
              <a:t>    Nikhil Khanchandani</a:t>
            </a:r>
            <a:endParaRPr/>
          </a:p>
          <a:p>
            <a:pPr indent="457200" lvl="0" marL="914400" rtl="0" algn="l">
              <a:spcBef>
                <a:spcPts val="0"/>
              </a:spcBef>
              <a:spcAft>
                <a:spcPts val="0"/>
              </a:spcAft>
              <a:buNone/>
            </a:pPr>
            <a:r>
              <a:rPr lang="en"/>
              <a:t>   </a:t>
            </a:r>
            <a:r>
              <a:rPr lang="en"/>
              <a:t>C</a:t>
            </a:r>
            <a:r>
              <a:rPr lang="en"/>
              <a:t>hint Patel</a:t>
            </a:r>
            <a:endParaRPr/>
          </a:p>
          <a:p>
            <a:pPr indent="0" lvl="0" marL="0" rtl="0" algn="ctr">
              <a:spcBef>
                <a:spcPts val="0"/>
              </a:spcBef>
              <a:spcAft>
                <a:spcPts val="0"/>
              </a:spcAft>
              <a:buNone/>
            </a:pPr>
            <a:r>
              <a:rPr lang="en"/>
              <a:t>                        	</a:t>
            </a:r>
            <a:endParaRPr/>
          </a:p>
        </p:txBody>
      </p:sp>
      <p:sp>
        <p:nvSpPr>
          <p:cNvPr id="473" name="Google Shape;473;p57"/>
          <p:cNvSpPr/>
          <p:nvPr/>
        </p:nvSpPr>
        <p:spPr>
          <a:xfrm rot="-395291">
            <a:off x="3127826" y="3828033"/>
            <a:ext cx="3041752" cy="281119"/>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sp>
        <p:nvSpPr>
          <p:cNvPr id="474" name="Google Shape;474;p57"/>
          <p:cNvSpPr/>
          <p:nvPr/>
        </p:nvSpPr>
        <p:spPr>
          <a:xfrm rot="-509448">
            <a:off x="4293871" y="3951099"/>
            <a:ext cx="1877891" cy="123212"/>
          </a:xfrm>
          <a:custGeom>
            <a:rect b="b" l="l" r="r" t="t"/>
            <a:pathLst>
              <a:path extrusionOk="0" h="17616" w="182716">
                <a:moveTo>
                  <a:pt x="0" y="0"/>
                </a:moveTo>
                <a:cubicBezTo>
                  <a:pt x="61188" y="0"/>
                  <a:pt x="122876" y="4843"/>
                  <a:pt x="182716" y="17616"/>
                </a:cubicBezTo>
              </a:path>
            </a:pathLst>
          </a:custGeom>
          <a:noFill/>
          <a:ln cap="flat" cmpd="sng" w="19050">
            <a:solidFill>
              <a:schemeClr val="lt2"/>
            </a:solidFill>
            <a:prstDash val="solid"/>
            <a:round/>
            <a:headEnd len="med" w="med" type="none"/>
            <a:tailEnd len="med" w="med" type="none"/>
          </a:ln>
        </p:spPr>
      </p:sp>
      <p:pic>
        <p:nvPicPr>
          <p:cNvPr id="475" name="Google Shape;475;p57" title="Health AI Logo Design May 5 2026.png"/>
          <p:cNvPicPr preferRelativeResize="0"/>
          <p:nvPr/>
        </p:nvPicPr>
        <p:blipFill>
          <a:blip r:embed="rId3">
            <a:alphaModFix/>
          </a:blip>
          <a:stretch>
            <a:fillRect/>
          </a:stretch>
        </p:blipFill>
        <p:spPr>
          <a:xfrm>
            <a:off x="371126" y="1951525"/>
            <a:ext cx="2052566"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8"/>
          <p:cNvSpPr txBox="1"/>
          <p:nvPr>
            <p:ph type="title"/>
          </p:nvPr>
        </p:nvSpPr>
        <p:spPr>
          <a:xfrm>
            <a:off x="228600" y="256925"/>
            <a:ext cx="2926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Introduction</a:t>
            </a:r>
            <a:endParaRPr/>
          </a:p>
        </p:txBody>
      </p:sp>
      <p:sp>
        <p:nvSpPr>
          <p:cNvPr id="481" name="Google Shape;481;p58"/>
          <p:cNvSpPr/>
          <p:nvPr/>
        </p:nvSpPr>
        <p:spPr>
          <a:xfrm rot="188826">
            <a:off x="319974" y="856283"/>
            <a:ext cx="1440087" cy="45350"/>
          </a:xfrm>
          <a:custGeom>
            <a:rect b="b" l="l" r="r" t="t"/>
            <a:pathLst>
              <a:path extrusionOk="0" h="1814" w="57603">
                <a:moveTo>
                  <a:pt x="0" y="1814"/>
                </a:moveTo>
                <a:cubicBezTo>
                  <a:pt x="19211" y="1814"/>
                  <a:pt x="38392" y="0"/>
                  <a:pt x="57603" y="0"/>
                </a:cubicBezTo>
              </a:path>
            </a:pathLst>
          </a:custGeom>
          <a:noFill/>
          <a:ln cap="flat" cmpd="sng" w="19050">
            <a:solidFill>
              <a:schemeClr val="lt2"/>
            </a:solidFill>
            <a:prstDash val="solid"/>
            <a:round/>
            <a:headEnd len="med" w="med" type="none"/>
            <a:tailEnd len="med" w="med" type="none"/>
          </a:ln>
        </p:spPr>
      </p:sp>
      <p:sp>
        <p:nvSpPr>
          <p:cNvPr id="482" name="Google Shape;482;p58"/>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483" name="Google Shape;483;p58"/>
          <p:cNvSpPr txBox="1"/>
          <p:nvPr/>
        </p:nvSpPr>
        <p:spPr>
          <a:xfrm>
            <a:off x="3063300" y="816800"/>
            <a:ext cx="5675100" cy="37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200">
                <a:solidFill>
                  <a:schemeClr val="dk1"/>
                </a:solidFill>
              </a:rPr>
              <a:t>HealthAI is an AI-powered web app that helps users understand and manage their health data more effectively. With the rise of wearables, people generate large amounts of data (steps, calories, sleep, heart rate), but most apps present it in ways that are hard to interpret.</a:t>
            </a:r>
            <a:endParaRPr sz="1200">
              <a:solidFill>
                <a:schemeClr val="dk1"/>
              </a:solidFill>
            </a:endParaRPr>
          </a:p>
          <a:p>
            <a:pPr indent="-304800" lvl="0" marL="457200" rtl="0" algn="l">
              <a:lnSpc>
                <a:spcPct val="115000"/>
              </a:lnSpc>
              <a:spcBef>
                <a:spcPts val="1200"/>
              </a:spcBef>
              <a:spcAft>
                <a:spcPts val="0"/>
              </a:spcAft>
              <a:buClr>
                <a:schemeClr val="dk1"/>
              </a:buClr>
              <a:buSzPts val="1200"/>
              <a:buChar char="•"/>
            </a:pPr>
            <a:r>
              <a:rPr lang="en" sz="1200">
                <a:solidFill>
                  <a:schemeClr val="dk1"/>
                </a:solidFill>
              </a:rPr>
              <a:t>HealthAI solves this by combining health tracking, artificial intelligence, and interactive visuals into one platform. Users can log metrics, track workouts, monitor nutrition, and set personalized goals.</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Unlike traditional apps, HealthAI provides </a:t>
            </a:r>
            <a:r>
              <a:rPr b="1" lang="en" sz="1200">
                <a:solidFill>
                  <a:schemeClr val="dk1"/>
                </a:solidFill>
              </a:rPr>
              <a:t>personalized, AI-driven recommendations</a:t>
            </a:r>
            <a:r>
              <a:rPr lang="en" sz="1200">
                <a:solidFill>
                  <a:schemeClr val="dk1"/>
                </a:solidFill>
              </a:rPr>
              <a:t> based on individual factors like fitness goals, age, and lifestyle. It also includes a </a:t>
            </a:r>
            <a:r>
              <a:rPr b="1" lang="en" sz="1200">
                <a:solidFill>
                  <a:schemeClr val="dk1"/>
                </a:solidFill>
              </a:rPr>
              <a:t>conversational AI coach</a:t>
            </a:r>
            <a:r>
              <a:rPr lang="en" sz="1200">
                <a:solidFill>
                  <a:schemeClr val="dk1"/>
                </a:solidFill>
              </a:rPr>
              <a:t> for real-time guidance.</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 sz="1200">
                <a:solidFill>
                  <a:schemeClr val="dk1"/>
                </a:solidFill>
              </a:rPr>
              <a:t>Goal:</a:t>
            </a:r>
            <a:r>
              <a:rPr lang="en" sz="1200">
                <a:solidFill>
                  <a:schemeClr val="dk1"/>
                </a:solidFill>
              </a:rPr>
              <a:t> Turn raw health data into actionable insights to improve decision-making, boost engagement, and support long-term healthy habits.</a:t>
            </a:r>
            <a:endParaRPr sz="1200">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lnSpc>
                <a:spcPct val="115000"/>
              </a:lnSpc>
              <a:spcBef>
                <a:spcPts val="1200"/>
              </a:spcBef>
              <a:spcAft>
                <a:spcPts val="0"/>
              </a:spcAft>
              <a:buNone/>
            </a:pPr>
            <a:r>
              <a:t/>
            </a:r>
            <a:endParaRPr sz="1200">
              <a:solidFill>
                <a:schemeClr val="dk1"/>
              </a:solidFill>
            </a:endParaRPr>
          </a:p>
          <a:p>
            <a:pPr indent="0" lvl="0" marL="0" rtl="0" algn="l">
              <a:spcBef>
                <a:spcPts val="1200"/>
              </a:spcBef>
              <a:spcAft>
                <a:spcPts val="0"/>
              </a:spcAft>
              <a:buNone/>
            </a:pPr>
            <a:r>
              <a:t/>
            </a:r>
            <a:endParaRPr sz="1200">
              <a:solidFill>
                <a:schemeClr val="dk1"/>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9"/>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Clr>
                <a:srgbClr val="000000"/>
              </a:buClr>
              <a:buFont typeface="Arial"/>
              <a:buNone/>
            </a:pPr>
            <a:r>
              <a:rPr lang="en" sz="1800">
                <a:solidFill>
                  <a:srgbClr val="000000"/>
                </a:solidFill>
                <a:latin typeface="Arial"/>
                <a:ea typeface="Arial"/>
                <a:cs typeface="Arial"/>
                <a:sym typeface="Arial"/>
              </a:rPr>
              <a:t>The system is designed using a full-stack architecture consisting of a frontend, backend, database, and AI service integration. The frontend is built using React and TypeScript, providing a responsive interface for dashboards, logging, and visualization. The backend is implemented using FastAPI, which handles API requests, data processing, and communication with external AI services. </a:t>
            </a:r>
            <a:endParaRPr sz="1800">
              <a:solidFill>
                <a:srgbClr val="000000"/>
              </a:solidFill>
              <a:latin typeface="Arial"/>
              <a:ea typeface="Arial"/>
              <a:cs typeface="Arial"/>
              <a:sym typeface="Arial"/>
            </a:endParaRPr>
          </a:p>
          <a:p>
            <a:pPr indent="0" lvl="0" marL="0" rtl="0" algn="ctr">
              <a:lnSpc>
                <a:spcPct val="100000"/>
              </a:lnSpc>
              <a:spcBef>
                <a:spcPts val="0"/>
              </a:spcBef>
              <a:spcAft>
                <a:spcPts val="0"/>
              </a:spcAft>
              <a:buNone/>
            </a:pPr>
            <a:r>
              <a:t/>
            </a:r>
            <a:endParaRPr sz="1800">
              <a:latin typeface="Arial"/>
              <a:ea typeface="Arial"/>
              <a:cs typeface="Arial"/>
              <a:sym typeface="Arial"/>
            </a:endParaRPr>
          </a:p>
        </p:txBody>
      </p:sp>
      <p:sp>
        <p:nvSpPr>
          <p:cNvPr id="489" name="Google Shape;489;p59"/>
          <p:cNvSpPr/>
          <p:nvPr/>
        </p:nvSpPr>
        <p:spPr>
          <a:xfrm>
            <a:off x="3551400" y="457200"/>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Poppins SemiBold"/>
                <a:ea typeface="Poppins SemiBold"/>
                <a:cs typeface="Poppins SemiBold"/>
                <a:sym typeface="Poppins SemiBold"/>
              </a:rPr>
              <a:t>Methodology</a:t>
            </a:r>
            <a:endParaRPr sz="1000">
              <a:solidFill>
                <a:schemeClr val="dk1"/>
              </a:solidFill>
              <a:latin typeface="Poppins SemiBold"/>
              <a:ea typeface="Poppins SemiBold"/>
              <a:cs typeface="Poppins SemiBold"/>
              <a:sym typeface="Poppins SemiBold"/>
            </a:endParaRPr>
          </a:p>
        </p:txBody>
      </p:sp>
      <p:sp>
        <p:nvSpPr>
          <p:cNvPr id="490" name="Google Shape;490;p59"/>
          <p:cNvSpPr txBox="1"/>
          <p:nvPr>
            <p:ph idx="4294967295" type="subTitle"/>
          </p:nvPr>
        </p:nvSpPr>
        <p:spPr>
          <a:xfrm>
            <a:off x="228600" y="4800275"/>
            <a:ext cx="13911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00"/>
              <a:t>Confidential</a:t>
            </a:r>
            <a:endParaRPr sz="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0"/>
          <p:cNvSpPr txBox="1"/>
          <p:nvPr>
            <p:ph type="title"/>
          </p:nvPr>
        </p:nvSpPr>
        <p:spPr>
          <a:xfrm>
            <a:off x="228600" y="256925"/>
            <a:ext cx="42966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2"/>
                </a:solidFill>
              </a:rPr>
              <a:t>DEMO</a:t>
            </a:r>
            <a:endParaRPr>
              <a:solidFill>
                <a:schemeClr val="lt2"/>
              </a:solidFill>
            </a:endParaRPr>
          </a:p>
          <a:p>
            <a:pPr indent="0" lvl="0" marL="0" rtl="0" algn="l">
              <a:spcBef>
                <a:spcPts val="0"/>
              </a:spcBef>
              <a:spcAft>
                <a:spcPts val="0"/>
              </a:spcAft>
              <a:buNone/>
            </a:pPr>
            <a:r>
              <a:t/>
            </a:r>
            <a:endParaRPr>
              <a:solidFill>
                <a:schemeClr val="lt2"/>
              </a:solidFill>
            </a:endParaRPr>
          </a:p>
        </p:txBody>
      </p:sp>
      <p:grpSp>
        <p:nvGrpSpPr>
          <p:cNvPr id="496" name="Google Shape;496;p60"/>
          <p:cNvGrpSpPr/>
          <p:nvPr/>
        </p:nvGrpSpPr>
        <p:grpSpPr>
          <a:xfrm>
            <a:off x="308528" y="1555007"/>
            <a:ext cx="1986589" cy="270489"/>
            <a:chOff x="308528" y="1555007"/>
            <a:chExt cx="1986589" cy="270489"/>
          </a:xfrm>
        </p:grpSpPr>
        <p:sp>
          <p:nvSpPr>
            <p:cNvPr id="497" name="Google Shape;497;p60"/>
            <p:cNvSpPr/>
            <p:nvPr/>
          </p:nvSpPr>
          <p:spPr>
            <a:xfrm rot="231862">
              <a:off x="310484" y="1675966"/>
              <a:ext cx="1353607" cy="104034"/>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98" name="Google Shape;498;p60"/>
            <p:cNvSpPr/>
            <p:nvPr/>
          </p:nvSpPr>
          <p:spPr>
            <a:xfrm rot="231569">
              <a:off x="313022" y="1621554"/>
              <a:ext cx="1980846" cy="104060"/>
            </a:xfrm>
            <a:custGeom>
              <a:rect b="b" l="l" r="r" t="t"/>
              <a:pathLst>
                <a:path extrusionOk="0" fill="none" h="5168" w="255178">
                  <a:moveTo>
                    <a:pt x="1" y="5167"/>
                  </a:moveTo>
                  <a:cubicBezTo>
                    <a:pt x="47965" y="3860"/>
                    <a:pt x="74459" y="3041"/>
                    <a:pt x="122690" y="2112"/>
                  </a:cubicBezTo>
                  <a:cubicBezTo>
                    <a:pt x="232022" y="1"/>
                    <a:pt x="143876" y="2033"/>
                    <a:pt x="255177" y="253"/>
                  </a:cubicBezTo>
                </a:path>
              </a:pathLst>
            </a:custGeom>
            <a:no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499" name="Google Shape;499;p60"/>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1"/>
          <p:cNvSpPr txBox="1"/>
          <p:nvPr>
            <p:ph type="title"/>
          </p:nvPr>
        </p:nvSpPr>
        <p:spPr>
          <a:xfrm>
            <a:off x="228600" y="256925"/>
            <a:ext cx="4803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400"/>
              <a:t>Summary</a:t>
            </a:r>
            <a:endParaRPr sz="2400"/>
          </a:p>
        </p:txBody>
      </p:sp>
      <p:sp>
        <p:nvSpPr>
          <p:cNvPr id="505" name="Google Shape;505;p61"/>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06" name="Google Shape;506;p61"/>
          <p:cNvSpPr txBox="1"/>
          <p:nvPr/>
        </p:nvSpPr>
        <p:spPr>
          <a:xfrm>
            <a:off x="296025" y="2050275"/>
            <a:ext cx="8332800" cy="244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487">
                <a:solidFill>
                  <a:schemeClr val="dk1"/>
                </a:solidFill>
                <a:latin typeface="Arial Narrow"/>
                <a:ea typeface="Arial Narrow"/>
                <a:cs typeface="Arial Narrow"/>
                <a:sym typeface="Arial Narrow"/>
              </a:rPr>
              <a:t>HealthAI is an AI-powered health and fitness application that combines data tracking, visualization, and personalized recommendations into one platform.</a:t>
            </a:r>
            <a:endParaRPr sz="2487">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None/>
            </a:pPr>
            <a:r>
              <a:rPr lang="en" sz="2487">
                <a:solidFill>
                  <a:schemeClr val="dk1"/>
                </a:solidFill>
                <a:latin typeface="Arial Narrow"/>
                <a:ea typeface="Arial Narrow"/>
                <a:cs typeface="Arial Narrow"/>
                <a:sym typeface="Arial Narrow"/>
              </a:rPr>
              <a:t>It helps users understand their health data more clearly and make better decisions to improve their daily habits and overall wellness.</a:t>
            </a:r>
            <a:endParaRPr sz="2487">
              <a:solidFill>
                <a:schemeClr val="dk1"/>
              </a:solidFill>
              <a:latin typeface="Arial Narrow"/>
              <a:ea typeface="Arial Narrow"/>
              <a:cs typeface="Arial Narrow"/>
              <a:sym typeface="Arial Narrow"/>
            </a:endParaRPr>
          </a:p>
          <a:p>
            <a:pPr indent="0" lvl="0" marL="0" rtl="0" algn="l">
              <a:spcBef>
                <a:spcPts val="1200"/>
              </a:spcBef>
              <a:spcAft>
                <a:spcPts val="0"/>
              </a:spcAft>
              <a:buClr>
                <a:srgbClr val="000000"/>
              </a:buClr>
              <a:buFont typeface="Arial"/>
              <a:buNone/>
            </a:pPr>
            <a:r>
              <a:t/>
            </a:r>
            <a:endParaRPr sz="2987">
              <a:latin typeface="Arial Narrow"/>
              <a:ea typeface="Arial Narrow"/>
              <a:cs typeface="Arial Narrow"/>
              <a:sym typeface="Arial Narrow"/>
            </a:endParaRPr>
          </a:p>
          <a:p>
            <a:pPr indent="0" lvl="0" marL="0" rtl="0" algn="l">
              <a:spcBef>
                <a:spcPts val="0"/>
              </a:spcBef>
              <a:spcAft>
                <a:spcPts val="0"/>
              </a:spcAft>
              <a:buNone/>
            </a:pPr>
            <a:r>
              <a:t/>
            </a:r>
            <a:endParaRPr sz="1200">
              <a:solidFill>
                <a:schemeClr val="dk1"/>
              </a:solidFill>
              <a:latin typeface="Nunito Sans"/>
              <a:ea typeface="Nunito Sans"/>
              <a:cs typeface="Nunito Sans"/>
              <a:sym typeface="Nuni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2"/>
          <p:cNvSpPr txBox="1"/>
          <p:nvPr>
            <p:ph type="title"/>
          </p:nvPr>
        </p:nvSpPr>
        <p:spPr>
          <a:xfrm>
            <a:off x="228600" y="198364"/>
            <a:ext cx="2926200" cy="489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200"/>
              <a:t>Acknowledgement</a:t>
            </a:r>
            <a:endParaRPr sz="2200"/>
          </a:p>
        </p:txBody>
      </p:sp>
      <p:grpSp>
        <p:nvGrpSpPr>
          <p:cNvPr id="512" name="Google Shape;512;p62"/>
          <p:cNvGrpSpPr/>
          <p:nvPr/>
        </p:nvGrpSpPr>
        <p:grpSpPr>
          <a:xfrm rot="2218824">
            <a:off x="2101132" y="701469"/>
            <a:ext cx="1067482" cy="496264"/>
            <a:chOff x="1239432" y="2293258"/>
            <a:chExt cx="166309" cy="77308"/>
          </a:xfrm>
        </p:grpSpPr>
        <p:sp>
          <p:nvSpPr>
            <p:cNvPr id="513" name="Google Shape;513;p62"/>
            <p:cNvSpPr/>
            <p:nvPr/>
          </p:nvSpPr>
          <p:spPr>
            <a:xfrm>
              <a:off x="1239432" y="2295871"/>
              <a:ext cx="166309" cy="74696"/>
            </a:xfrm>
            <a:custGeom>
              <a:rect b="b" l="l" r="r" t="t"/>
              <a:pathLst>
                <a:path extrusionOk="0" fill="none" h="1744" w="3883">
                  <a:moveTo>
                    <a:pt x="0" y="1420"/>
                  </a:moveTo>
                  <a:cubicBezTo>
                    <a:pt x="462" y="1126"/>
                    <a:pt x="912" y="851"/>
                    <a:pt x="1468" y="790"/>
                  </a:cubicBezTo>
                  <a:cubicBezTo>
                    <a:pt x="1812" y="752"/>
                    <a:pt x="2204" y="794"/>
                    <a:pt x="2498" y="989"/>
                  </a:cubicBezTo>
                  <a:cubicBezTo>
                    <a:pt x="2624" y="1069"/>
                    <a:pt x="2761" y="1202"/>
                    <a:pt x="2746" y="1370"/>
                  </a:cubicBezTo>
                  <a:cubicBezTo>
                    <a:pt x="2735" y="1511"/>
                    <a:pt x="2605" y="1641"/>
                    <a:pt x="2479" y="1694"/>
                  </a:cubicBezTo>
                  <a:cubicBezTo>
                    <a:pt x="2410" y="1729"/>
                    <a:pt x="2307" y="1744"/>
                    <a:pt x="2258" y="1671"/>
                  </a:cubicBezTo>
                  <a:cubicBezTo>
                    <a:pt x="2128" y="1496"/>
                    <a:pt x="2353" y="1191"/>
                    <a:pt x="2449" y="1057"/>
                  </a:cubicBezTo>
                  <a:cubicBezTo>
                    <a:pt x="2807" y="558"/>
                    <a:pt x="3330" y="234"/>
                    <a:pt x="3883"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14" name="Google Shape;514;p62"/>
            <p:cNvSpPr/>
            <p:nvPr/>
          </p:nvSpPr>
          <p:spPr>
            <a:xfrm>
              <a:off x="1397510" y="2296856"/>
              <a:ext cx="7238" cy="15890"/>
            </a:xfrm>
            <a:custGeom>
              <a:rect b="b" l="l" r="r" t="t"/>
              <a:pathLst>
                <a:path extrusionOk="0" fill="none" h="371" w="169">
                  <a:moveTo>
                    <a:pt x="169" y="1"/>
                  </a:moveTo>
                  <a:cubicBezTo>
                    <a:pt x="100" y="108"/>
                    <a:pt x="1" y="237"/>
                    <a:pt x="39" y="37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515" name="Google Shape;515;p62"/>
            <p:cNvSpPr/>
            <p:nvPr/>
          </p:nvSpPr>
          <p:spPr>
            <a:xfrm>
              <a:off x="1385775" y="2293258"/>
              <a:ext cx="19488" cy="2655"/>
            </a:xfrm>
            <a:custGeom>
              <a:rect b="b" l="l" r="r" t="t"/>
              <a:pathLst>
                <a:path extrusionOk="0" fill="none" h="62" w="455">
                  <a:moveTo>
                    <a:pt x="454" y="62"/>
                  </a:moveTo>
                  <a:cubicBezTo>
                    <a:pt x="298" y="58"/>
                    <a:pt x="157" y="28"/>
                    <a:pt x="0" y="1"/>
                  </a:cubicBezTo>
                </a:path>
              </a:pathLst>
            </a:custGeom>
            <a:noFill/>
            <a:ln cap="rnd"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sp>
        <p:nvSpPr>
          <p:cNvPr id="516" name="Google Shape;516;p62"/>
          <p:cNvSpPr txBox="1"/>
          <p:nvPr>
            <p:ph idx="3" type="body"/>
          </p:nvPr>
        </p:nvSpPr>
        <p:spPr>
          <a:xfrm>
            <a:off x="4819600" y="532695"/>
            <a:ext cx="4095900" cy="10386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2400">
                <a:latin typeface="Arial"/>
                <a:ea typeface="Arial"/>
                <a:cs typeface="Arial"/>
                <a:sym typeface="Arial"/>
              </a:rPr>
              <a:t>The authors appreciate and express their gratitude towards Professor Vijay and Dan Harkey for providing assistance in this project.</a:t>
            </a:r>
            <a:endParaRPr sz="600"/>
          </a:p>
        </p:txBody>
      </p:sp>
      <p:sp>
        <p:nvSpPr>
          <p:cNvPr id="517" name="Google Shape;517;p62"/>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3"/>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523" name="Google Shape;523;p63"/>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
        <p:nvSpPr>
          <p:cNvPr id="524" name="Google Shape;524;p6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